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2"/>
  </p:notesMasterIdLst>
  <p:sldIdLst>
    <p:sldId id="277" r:id="rId2"/>
    <p:sldId id="278" r:id="rId3"/>
    <p:sldId id="279" r:id="rId4"/>
    <p:sldId id="280" r:id="rId5"/>
    <p:sldId id="281" r:id="rId6"/>
    <p:sldId id="286" r:id="rId7"/>
    <p:sldId id="282" r:id="rId8"/>
    <p:sldId id="283" r:id="rId9"/>
    <p:sldId id="284" r:id="rId10"/>
    <p:sldId id="28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4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52" d="100"/>
          <a:sy n="52" d="100"/>
        </p:scale>
        <p:origin x="87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M Gonzalez" userId="eaa095ca649ea80c" providerId="LiveId" clId="{E61B6003-462C-404B-B2BC-5F029EC988DA}"/>
    <pc:docChg chg="addSld">
      <pc:chgData name="Jose M Gonzalez" userId="eaa095ca649ea80c" providerId="LiveId" clId="{E61B6003-462C-404B-B2BC-5F029EC988DA}" dt="2026-03-26T20:26:05.681" v="0" actId="680"/>
      <pc:docMkLst>
        <pc:docMk/>
      </pc:docMkLst>
      <pc:sldChg chg="new">
        <pc:chgData name="Jose M Gonzalez" userId="eaa095ca649ea80c" providerId="LiveId" clId="{E61B6003-462C-404B-B2BC-5F029EC988DA}" dt="2026-03-26T20:26:05.681" v="0" actId="680"/>
        <pc:sldMkLst>
          <pc:docMk/>
          <pc:sldMk cId="855978941" sldId="2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678A53-703F-4FBA-AA87-3FB515E5CCC8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E84B5-6B8D-4157-B308-F9864A6885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magine 16">
            <a:extLst>
              <a:ext uri="{FF2B5EF4-FFF2-40B4-BE49-F238E27FC236}">
                <a16:creationId xmlns:a16="http://schemas.microsoft.com/office/drawing/2014/main" id="{C0EF151B-726D-AD4A-8807-6DBC6BB82B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D5CD0EF7-828A-B042-9E56-8666AFFF9AAC}"/>
              </a:ext>
            </a:extLst>
          </p:cNvPr>
          <p:cNvSpPr txBox="1"/>
          <p:nvPr userDrawn="1"/>
        </p:nvSpPr>
        <p:spPr>
          <a:xfrm>
            <a:off x="2584957" y="3455505"/>
            <a:ext cx="2266967" cy="13747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ts val="2440"/>
              </a:lnSpc>
            </a:pPr>
            <a:r>
              <a:rPr lang="it-IT" sz="22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EUROPEAN</a:t>
            </a:r>
          </a:p>
          <a:p>
            <a:pPr lvl="0">
              <a:lnSpc>
                <a:spcPts val="2440"/>
              </a:lnSpc>
            </a:pPr>
            <a:r>
              <a:rPr lang="it-IT" sz="22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 </a:t>
            </a:r>
          </a:p>
          <a:p>
            <a:pPr lvl="0">
              <a:lnSpc>
                <a:spcPts val="2440"/>
              </a:lnSpc>
            </a:pPr>
            <a:r>
              <a:rPr lang="it-IT" sz="22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PROTECTION</a:t>
            </a:r>
          </a:p>
          <a:p>
            <a:pPr lvl="0">
              <a:lnSpc>
                <a:spcPts val="2440"/>
              </a:lnSpc>
            </a:pPr>
            <a:r>
              <a:rPr lang="it-IT" sz="22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SUPERVISOR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46773534-FFE0-C44D-9E12-7D5861FA4F48}"/>
              </a:ext>
            </a:extLst>
          </p:cNvPr>
          <p:cNvSpPr txBox="1"/>
          <p:nvPr userDrawn="1"/>
        </p:nvSpPr>
        <p:spPr>
          <a:xfrm>
            <a:off x="2592797" y="4891400"/>
            <a:ext cx="2839047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700"/>
              </a:lnSpc>
            </a:pPr>
            <a:r>
              <a:rPr lang="it-IT" sz="1500" dirty="0">
                <a:solidFill>
                  <a:srgbClr val="304F99"/>
                </a:solidFill>
                <a:effectLst/>
                <a:latin typeface="Verdana" panose="020B0604030504040204" pitchFamily="34" charset="0"/>
              </a:rPr>
              <a:t>The </a:t>
            </a:r>
            <a:r>
              <a:rPr lang="en-GB" sz="1500" noProof="0" dirty="0">
                <a:solidFill>
                  <a:srgbClr val="304F99"/>
                </a:solidFill>
                <a:effectLst/>
                <a:latin typeface="Verdana" panose="020B0604030504040204" pitchFamily="34" charset="0"/>
              </a:rPr>
              <a:t>EU’s independent data </a:t>
            </a:r>
          </a:p>
          <a:p>
            <a:pPr>
              <a:lnSpc>
                <a:spcPts val="1700"/>
              </a:lnSpc>
            </a:pPr>
            <a:r>
              <a:rPr lang="en-GB" sz="1500" noProof="0" dirty="0">
                <a:solidFill>
                  <a:srgbClr val="304F99"/>
                </a:solidFill>
                <a:effectLst/>
                <a:latin typeface="Verdana" panose="020B0604030504040204" pitchFamily="34" charset="0"/>
              </a:rPr>
              <a:t>protection </a:t>
            </a:r>
            <a:r>
              <a:rPr lang="it-IT" sz="1500" dirty="0">
                <a:solidFill>
                  <a:srgbClr val="304F99"/>
                </a:solidFill>
                <a:effectLst/>
                <a:latin typeface="Verdana" panose="020B0604030504040204" pitchFamily="34" charset="0"/>
              </a:rPr>
              <a:t>authority</a:t>
            </a:r>
          </a:p>
        </p:txBody>
      </p:sp>
      <p:sp>
        <p:nvSpPr>
          <p:cNvPr id="9" name="Segnaposto testo 2">
            <a:extLst>
              <a:ext uri="{FF2B5EF4-FFF2-40B4-BE49-F238E27FC236}">
                <a16:creationId xmlns:a16="http://schemas.microsoft.com/office/drawing/2014/main" id="{1B70729E-33E3-9548-8053-A6F2A67991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0739" y="443550"/>
            <a:ext cx="4401551" cy="2458675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0" algn="l">
              <a:buNone/>
              <a:defRPr sz="28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0" algn="l">
              <a:buNone/>
              <a:defRPr sz="28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0" algn="l">
              <a:buNone/>
              <a:defRPr sz="28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0" algn="l">
              <a:buNone/>
              <a:defRPr sz="28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TITLE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631AA85-691D-466F-8F38-20C9C80A4796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26" y="300454"/>
            <a:ext cx="2299631" cy="193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598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magine 16">
            <a:extLst>
              <a:ext uri="{FF2B5EF4-FFF2-40B4-BE49-F238E27FC236}">
                <a16:creationId xmlns:a16="http://schemas.microsoft.com/office/drawing/2014/main" id="{C0EF151B-726D-AD4A-8807-6DBC6BB82B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4" name="Immagine 33">
            <a:extLst>
              <a:ext uri="{FF2B5EF4-FFF2-40B4-BE49-F238E27FC236}">
                <a16:creationId xmlns:a16="http://schemas.microsoft.com/office/drawing/2014/main" id="{BB53172A-36A4-6444-ABA9-3FDD948270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73" y="440508"/>
            <a:ext cx="2019299" cy="1700993"/>
          </a:xfrm>
          <a:prstGeom prst="rect">
            <a:avLst/>
          </a:prstGeom>
        </p:spPr>
      </p:pic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D5CD0EF7-828A-B042-9E56-8666AFFF9AAC}"/>
              </a:ext>
            </a:extLst>
          </p:cNvPr>
          <p:cNvSpPr txBox="1"/>
          <p:nvPr userDrawn="1"/>
        </p:nvSpPr>
        <p:spPr>
          <a:xfrm>
            <a:off x="2873191" y="179061"/>
            <a:ext cx="2266967" cy="13747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ts val="2440"/>
              </a:lnSpc>
            </a:pPr>
            <a:r>
              <a:rPr lang="it-IT" sz="22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EUROPEAN</a:t>
            </a:r>
          </a:p>
          <a:p>
            <a:pPr lvl="0">
              <a:lnSpc>
                <a:spcPts val="2440"/>
              </a:lnSpc>
            </a:pPr>
            <a:r>
              <a:rPr lang="it-IT" sz="22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 </a:t>
            </a:r>
          </a:p>
          <a:p>
            <a:pPr lvl="0">
              <a:lnSpc>
                <a:spcPts val="2440"/>
              </a:lnSpc>
            </a:pPr>
            <a:r>
              <a:rPr lang="it-IT" sz="22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PROTECTION</a:t>
            </a:r>
          </a:p>
          <a:p>
            <a:pPr lvl="0">
              <a:lnSpc>
                <a:spcPts val="2440"/>
              </a:lnSpc>
            </a:pPr>
            <a:r>
              <a:rPr lang="it-IT" sz="22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SUPERVISOR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46773534-FFE0-C44D-9E12-7D5861FA4F48}"/>
              </a:ext>
            </a:extLst>
          </p:cNvPr>
          <p:cNvSpPr txBox="1"/>
          <p:nvPr userDrawn="1"/>
        </p:nvSpPr>
        <p:spPr>
          <a:xfrm>
            <a:off x="2881031" y="1614956"/>
            <a:ext cx="2839047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700"/>
              </a:lnSpc>
            </a:pPr>
            <a:r>
              <a:rPr lang="it-IT" sz="1500" dirty="0">
                <a:solidFill>
                  <a:srgbClr val="304F99"/>
                </a:solidFill>
                <a:effectLst/>
                <a:latin typeface="Verdana" panose="020B0604030504040204" pitchFamily="34" charset="0"/>
              </a:rPr>
              <a:t>The </a:t>
            </a:r>
            <a:r>
              <a:rPr lang="en-GB" sz="1500" noProof="0" dirty="0">
                <a:solidFill>
                  <a:srgbClr val="304F99"/>
                </a:solidFill>
                <a:effectLst/>
                <a:latin typeface="Verdana" panose="020B0604030504040204" pitchFamily="34" charset="0"/>
              </a:rPr>
              <a:t>EU’s independent data </a:t>
            </a:r>
          </a:p>
          <a:p>
            <a:pPr>
              <a:lnSpc>
                <a:spcPts val="1700"/>
              </a:lnSpc>
            </a:pPr>
            <a:r>
              <a:rPr lang="en-GB" sz="1500" noProof="0" dirty="0">
                <a:solidFill>
                  <a:srgbClr val="304F99"/>
                </a:solidFill>
                <a:effectLst/>
                <a:latin typeface="Verdana" panose="020B0604030504040204" pitchFamily="34" charset="0"/>
              </a:rPr>
              <a:t>protection</a:t>
            </a:r>
            <a:r>
              <a:rPr lang="it-IT" sz="1500" dirty="0">
                <a:solidFill>
                  <a:srgbClr val="304F99"/>
                </a:solidFill>
                <a:effectLst/>
                <a:latin typeface="Verdana" panose="020B0604030504040204" pitchFamily="34" charset="0"/>
              </a:rPr>
              <a:t> authority</a:t>
            </a:r>
          </a:p>
        </p:txBody>
      </p:sp>
      <p:sp>
        <p:nvSpPr>
          <p:cNvPr id="9" name="Segnaposto testo 2">
            <a:extLst>
              <a:ext uri="{FF2B5EF4-FFF2-40B4-BE49-F238E27FC236}">
                <a16:creationId xmlns:a16="http://schemas.microsoft.com/office/drawing/2014/main" id="{1B70729E-33E3-9548-8053-A6F2A67991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0739" y="443550"/>
            <a:ext cx="4401551" cy="2458675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0" algn="l">
              <a:buNone/>
              <a:defRPr sz="28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0" algn="l">
              <a:buNone/>
              <a:defRPr sz="28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0" algn="l">
              <a:buNone/>
              <a:defRPr sz="28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0" algn="l">
              <a:buNone/>
              <a:defRPr sz="28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TITLE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631AA85-691D-466F-8F38-20C9C80A47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925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2">
            <a:extLst>
              <a:ext uri="{FF2B5EF4-FFF2-40B4-BE49-F238E27FC236}">
                <a16:creationId xmlns:a16="http://schemas.microsoft.com/office/drawing/2014/main" id="{36674E77-AA40-7B43-8834-B394A42278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egnaposto testo 2">
            <a:extLst>
              <a:ext uri="{FF2B5EF4-FFF2-40B4-BE49-F238E27FC236}">
                <a16:creationId xmlns:a16="http://schemas.microsoft.com/office/drawing/2014/main" id="{E2E9105D-8F81-904F-9AA4-97851C09A5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68416" y="2620369"/>
            <a:ext cx="5007947" cy="2702258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0" algn="l">
              <a:buNone/>
              <a:defRPr sz="28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0" algn="l">
              <a:buNone/>
              <a:defRPr sz="28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0" algn="l">
              <a:buNone/>
              <a:defRPr sz="28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0" algn="l">
              <a:buNone/>
              <a:defRPr sz="28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TITLE SECTION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631AA85-691D-466F-8F38-20C9C80A47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4175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72E48ACF-F9D0-D940-B3D5-2BAA3D08A5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B761C943-2271-2C40-9337-163BE4604C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2168" y="2285907"/>
            <a:ext cx="7498136" cy="32901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120"/>
              </a:lnSpc>
              <a:spcBef>
                <a:spcPts val="0"/>
              </a:spcBef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it-IT" dirty="0"/>
              <a:t>Text</a:t>
            </a:r>
          </a:p>
        </p:txBody>
      </p:sp>
      <p:pic>
        <p:nvPicPr>
          <p:cNvPr id="8" name="Immagine 8">
            <a:extLst>
              <a:ext uri="{FF2B5EF4-FFF2-40B4-BE49-F238E27FC236}">
                <a16:creationId xmlns:a16="http://schemas.microsoft.com/office/drawing/2014/main" id="{F8CB0FE6-2403-3940-844B-CC3E76F188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20" y="357726"/>
            <a:ext cx="1088696" cy="917082"/>
          </a:xfrm>
          <a:prstGeom prst="rect">
            <a:avLst/>
          </a:prstGeom>
        </p:spPr>
      </p:pic>
      <p:sp>
        <p:nvSpPr>
          <p:cNvPr id="10" name="Titolo 1">
            <a:extLst>
              <a:ext uri="{FF2B5EF4-FFF2-40B4-BE49-F238E27FC236}">
                <a16:creationId xmlns:a16="http://schemas.microsoft.com/office/drawing/2014/main" id="{F1024DB7-73CE-6E41-A58C-9A0D2F7C0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10021" y="800787"/>
            <a:ext cx="8706972" cy="653372"/>
          </a:xfrm>
          <a:prstGeom prst="rect">
            <a:avLst/>
          </a:prstGeom>
        </p:spPr>
        <p:txBody>
          <a:bodyPr/>
          <a:lstStyle>
            <a:lvl1pPr>
              <a:lnSpc>
                <a:spcPts val="3660"/>
              </a:lnSpc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it-IT" dirty="0"/>
              <a:t>TITLE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645795" y="6350926"/>
            <a:ext cx="450273" cy="365125"/>
          </a:xfrm>
        </p:spPr>
        <p:txBody>
          <a:bodyPr/>
          <a:lstStyle/>
          <a:p>
            <a:fld id="{F631AA85-691D-466F-8F38-20C9C80A47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3709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9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B87BEADD-CFEC-4A49-BBAE-4A0B2344D6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4E8A0B09-851E-C041-955C-DB793A5192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2168" y="2285907"/>
            <a:ext cx="7498136" cy="32901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120"/>
              </a:lnSpc>
              <a:spcBef>
                <a:spcPts val="0"/>
              </a:spcBef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it-IT" dirty="0"/>
              <a:t>Text</a:t>
            </a:r>
          </a:p>
        </p:txBody>
      </p:sp>
      <p:pic>
        <p:nvPicPr>
          <p:cNvPr id="7" name="Immagine 8">
            <a:extLst>
              <a:ext uri="{FF2B5EF4-FFF2-40B4-BE49-F238E27FC236}">
                <a16:creationId xmlns:a16="http://schemas.microsoft.com/office/drawing/2014/main" id="{F8CB0FE6-2403-3940-844B-CC3E76F188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20" y="357726"/>
            <a:ext cx="1088696" cy="91708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45794" y="6350926"/>
            <a:ext cx="450273" cy="365125"/>
          </a:xfrm>
        </p:spPr>
        <p:txBody>
          <a:bodyPr/>
          <a:lstStyle/>
          <a:p>
            <a:fld id="{F631AA85-691D-466F-8F38-20C9C80A47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8409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F49ADDC9-C0D6-9347-9AB6-D87F7E1E8A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Segnaposto testo 10">
            <a:extLst>
              <a:ext uri="{FF2B5EF4-FFF2-40B4-BE49-F238E27FC236}">
                <a16:creationId xmlns:a16="http://schemas.microsoft.com/office/drawing/2014/main" id="{D7910171-C96A-EA42-BFAE-F1605D2499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2168" y="2285907"/>
            <a:ext cx="4485997" cy="32901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120"/>
              </a:lnSpc>
              <a:spcBef>
                <a:spcPts val="0"/>
              </a:spcBef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it-IT" dirty="0"/>
              <a:t>Text</a:t>
            </a:r>
          </a:p>
        </p:txBody>
      </p:sp>
      <p:sp>
        <p:nvSpPr>
          <p:cNvPr id="10" name="Segnaposto immagine 13">
            <a:extLst>
              <a:ext uri="{FF2B5EF4-FFF2-40B4-BE49-F238E27FC236}">
                <a16:creationId xmlns:a16="http://schemas.microsoft.com/office/drawing/2014/main" id="{4687D212-57A7-3140-8E5B-1D21E52C3C4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349118" y="2294467"/>
            <a:ext cx="5515111" cy="3684215"/>
          </a:xfrm>
          <a:prstGeom prst="rect">
            <a:avLst/>
          </a:prstGeom>
        </p:spPr>
        <p:txBody>
          <a:bodyPr/>
          <a:lstStyle>
            <a:lvl1pPr>
              <a:buNone/>
              <a:defRPr sz="1600"/>
            </a:lvl1pPr>
          </a:lstStyle>
          <a:p>
            <a:r>
              <a:rPr lang="it-IT" dirty="0"/>
              <a:t>IMAGE</a:t>
            </a:r>
          </a:p>
        </p:txBody>
      </p:sp>
      <p:pic>
        <p:nvPicPr>
          <p:cNvPr id="12" name="Immagine 8">
            <a:extLst>
              <a:ext uri="{FF2B5EF4-FFF2-40B4-BE49-F238E27FC236}">
                <a16:creationId xmlns:a16="http://schemas.microsoft.com/office/drawing/2014/main" id="{F8CB0FE6-2403-3940-844B-CC3E76F188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20" y="357726"/>
            <a:ext cx="1088696" cy="91708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645795" y="6350926"/>
            <a:ext cx="450273" cy="365125"/>
          </a:xfrm>
        </p:spPr>
        <p:txBody>
          <a:bodyPr/>
          <a:lstStyle/>
          <a:p>
            <a:fld id="{F631AA85-691D-466F-8F38-20C9C80A47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0782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F49ADDC9-C0D6-9347-9AB6-D87F7E1E8A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Segnaposto testo 10">
            <a:extLst>
              <a:ext uri="{FF2B5EF4-FFF2-40B4-BE49-F238E27FC236}">
                <a16:creationId xmlns:a16="http://schemas.microsoft.com/office/drawing/2014/main" id="{D7910171-C96A-EA42-BFAE-F1605D2499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2168" y="2285907"/>
            <a:ext cx="4485997" cy="32901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120"/>
              </a:lnSpc>
              <a:spcBef>
                <a:spcPts val="0"/>
              </a:spcBef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it-IT" dirty="0"/>
              <a:t>Text</a:t>
            </a:r>
          </a:p>
        </p:txBody>
      </p:sp>
      <p:sp>
        <p:nvSpPr>
          <p:cNvPr id="18" name="Segnaposto immagine 13">
            <a:extLst>
              <a:ext uri="{FF2B5EF4-FFF2-40B4-BE49-F238E27FC236}">
                <a16:creationId xmlns:a16="http://schemas.microsoft.com/office/drawing/2014/main" id="{6F3A05DD-E310-954E-BF3D-5D5FEF9D206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349118" y="2294467"/>
            <a:ext cx="5515111" cy="3684215"/>
          </a:xfrm>
          <a:prstGeom prst="rect">
            <a:avLst/>
          </a:prstGeom>
        </p:spPr>
        <p:txBody>
          <a:bodyPr/>
          <a:lstStyle>
            <a:lvl1pPr>
              <a:buNone/>
              <a:defRPr sz="1600"/>
            </a:lvl1pPr>
          </a:lstStyle>
          <a:p>
            <a:r>
              <a:rPr lang="it-IT" dirty="0"/>
              <a:t>IMAGE</a:t>
            </a:r>
          </a:p>
        </p:txBody>
      </p:sp>
      <p:pic>
        <p:nvPicPr>
          <p:cNvPr id="10" name="Immagine 8">
            <a:extLst>
              <a:ext uri="{FF2B5EF4-FFF2-40B4-BE49-F238E27FC236}">
                <a16:creationId xmlns:a16="http://schemas.microsoft.com/office/drawing/2014/main" id="{F8CB0FE6-2403-3940-844B-CC3E76F188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20" y="357726"/>
            <a:ext cx="1088696" cy="917082"/>
          </a:xfrm>
          <a:prstGeom prst="rect">
            <a:avLst/>
          </a:prstGeom>
        </p:spPr>
      </p:pic>
      <p:sp>
        <p:nvSpPr>
          <p:cNvPr id="11" name="Titolo 1">
            <a:extLst>
              <a:ext uri="{FF2B5EF4-FFF2-40B4-BE49-F238E27FC236}">
                <a16:creationId xmlns:a16="http://schemas.microsoft.com/office/drawing/2014/main" id="{F1024DB7-73CE-6E41-A58C-9A0D2F7C0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10021" y="800787"/>
            <a:ext cx="8706972" cy="653372"/>
          </a:xfrm>
          <a:prstGeom prst="rect">
            <a:avLst/>
          </a:prstGeom>
        </p:spPr>
        <p:txBody>
          <a:bodyPr/>
          <a:lstStyle>
            <a:lvl1pPr>
              <a:lnSpc>
                <a:spcPts val="3660"/>
              </a:lnSpc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it-IT" dirty="0"/>
              <a:t>TITLE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645795" y="6350926"/>
            <a:ext cx="450273" cy="365125"/>
          </a:xfrm>
        </p:spPr>
        <p:txBody>
          <a:bodyPr/>
          <a:lstStyle/>
          <a:p>
            <a:fld id="{F631AA85-691D-466F-8F38-20C9C80A47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8549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+TEXT+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31B5499C-402E-A548-BF27-626C892884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olo 1">
            <a:extLst>
              <a:ext uri="{FF2B5EF4-FFF2-40B4-BE49-F238E27FC236}">
                <a16:creationId xmlns:a16="http://schemas.microsoft.com/office/drawing/2014/main" id="{F1024DB7-73CE-6E41-A58C-9A0D2F7C0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10021" y="800787"/>
            <a:ext cx="8706972" cy="653372"/>
          </a:xfrm>
          <a:prstGeom prst="rect">
            <a:avLst/>
          </a:prstGeom>
        </p:spPr>
        <p:txBody>
          <a:bodyPr/>
          <a:lstStyle>
            <a:lvl1pPr>
              <a:lnSpc>
                <a:spcPts val="3660"/>
              </a:lnSpc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it-IT" dirty="0"/>
              <a:t>TITLE</a:t>
            </a:r>
          </a:p>
        </p:txBody>
      </p:sp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EDEED5F4-A769-254B-BCBB-328B4DF809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2168" y="2285907"/>
            <a:ext cx="4485997" cy="32901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120"/>
              </a:lnSpc>
              <a:spcBef>
                <a:spcPts val="0"/>
              </a:spcBef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it-IT" dirty="0"/>
              <a:t>Text</a:t>
            </a:r>
          </a:p>
        </p:txBody>
      </p:sp>
      <p:sp>
        <p:nvSpPr>
          <p:cNvPr id="16" name="Segnaposto grafico 15">
            <a:extLst>
              <a:ext uri="{FF2B5EF4-FFF2-40B4-BE49-F238E27FC236}">
                <a16:creationId xmlns:a16="http://schemas.microsoft.com/office/drawing/2014/main" id="{67271D05-E1E1-824E-8BF4-21B3384BF7A6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5495369" y="2286000"/>
            <a:ext cx="4921624" cy="3283441"/>
          </a:xfrm>
          <a:prstGeom prst="rect">
            <a:avLst/>
          </a:prstGeom>
        </p:spPr>
        <p:txBody>
          <a:bodyPr/>
          <a:lstStyle>
            <a:lvl1pPr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it-IT" dirty="0"/>
          </a:p>
        </p:txBody>
      </p:sp>
      <p:pic>
        <p:nvPicPr>
          <p:cNvPr id="14" name="Immagine 8">
            <a:extLst>
              <a:ext uri="{FF2B5EF4-FFF2-40B4-BE49-F238E27FC236}">
                <a16:creationId xmlns:a16="http://schemas.microsoft.com/office/drawing/2014/main" id="{F8CB0FE6-2403-3940-844B-CC3E76F188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20" y="357726"/>
            <a:ext cx="1088696" cy="91708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645794" y="6350926"/>
            <a:ext cx="450273" cy="365125"/>
          </a:xfrm>
        </p:spPr>
        <p:txBody>
          <a:bodyPr/>
          <a:lstStyle/>
          <a:p>
            <a:fld id="{F631AA85-691D-466F-8F38-20C9C80A47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0864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+TEXT+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31B5499C-402E-A548-BF27-626C892884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EDEED5F4-A769-254B-BCBB-328B4DF809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2168" y="2285907"/>
            <a:ext cx="4485997" cy="32901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120"/>
              </a:lnSpc>
              <a:spcBef>
                <a:spcPts val="0"/>
              </a:spcBef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it-IT" dirty="0"/>
              <a:t>Text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1DA6E6A-C541-224B-8D7A-11A8EF990E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362" y="2271485"/>
            <a:ext cx="4988442" cy="3323772"/>
          </a:xfrm>
          <a:prstGeom prst="rect">
            <a:avLst/>
          </a:prstGeom>
        </p:spPr>
      </p:pic>
      <p:sp>
        <p:nvSpPr>
          <p:cNvPr id="16" name="Segnaposto grafico 15">
            <a:extLst>
              <a:ext uri="{FF2B5EF4-FFF2-40B4-BE49-F238E27FC236}">
                <a16:creationId xmlns:a16="http://schemas.microsoft.com/office/drawing/2014/main" id="{67271D05-E1E1-824E-8BF4-21B3384BF7A6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5705826" y="2641600"/>
            <a:ext cx="4577546" cy="2782698"/>
          </a:xfrm>
          <a:prstGeom prst="rect">
            <a:avLst/>
          </a:prstGeom>
        </p:spPr>
        <p:txBody>
          <a:bodyPr/>
          <a:lstStyle>
            <a:lvl1pPr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it-IT" dirty="0"/>
          </a:p>
        </p:txBody>
      </p:sp>
      <p:pic>
        <p:nvPicPr>
          <p:cNvPr id="14" name="Immagine 8">
            <a:extLst>
              <a:ext uri="{FF2B5EF4-FFF2-40B4-BE49-F238E27FC236}">
                <a16:creationId xmlns:a16="http://schemas.microsoft.com/office/drawing/2014/main" id="{F8CB0FE6-2403-3940-844B-CC3E76F188C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20" y="357726"/>
            <a:ext cx="1088696" cy="917082"/>
          </a:xfrm>
          <a:prstGeom prst="rect">
            <a:avLst/>
          </a:prstGeom>
        </p:spPr>
      </p:pic>
      <p:sp>
        <p:nvSpPr>
          <p:cNvPr id="15" name="Titolo 1">
            <a:extLst>
              <a:ext uri="{FF2B5EF4-FFF2-40B4-BE49-F238E27FC236}">
                <a16:creationId xmlns:a16="http://schemas.microsoft.com/office/drawing/2014/main" id="{F1024DB7-73CE-6E41-A58C-9A0D2F7C0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10021" y="800787"/>
            <a:ext cx="8706972" cy="653372"/>
          </a:xfrm>
          <a:prstGeom prst="rect">
            <a:avLst/>
          </a:prstGeom>
        </p:spPr>
        <p:txBody>
          <a:bodyPr/>
          <a:lstStyle>
            <a:lvl1pPr>
              <a:lnSpc>
                <a:spcPts val="3660"/>
              </a:lnSpc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it-IT" dirty="0"/>
              <a:t>TITLE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645794" y="6350926"/>
            <a:ext cx="450273" cy="365125"/>
          </a:xfrm>
        </p:spPr>
        <p:txBody>
          <a:bodyPr/>
          <a:lstStyle/>
          <a:p>
            <a:fld id="{F631AA85-691D-466F-8F38-20C9C80A47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326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+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DD60A484-C716-9A4A-8880-2139D4C50D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F8CB0FE6-2403-3940-844B-CC3E76F188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20" y="357726"/>
            <a:ext cx="1088696" cy="917082"/>
          </a:xfrm>
          <a:prstGeom prst="rect">
            <a:avLst/>
          </a:prstGeom>
        </p:spPr>
      </p:pic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F61AF024-B5D4-C04D-B62F-21350398F5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2168" y="2285907"/>
            <a:ext cx="4485997" cy="32901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120"/>
              </a:lnSpc>
              <a:spcBef>
                <a:spcPts val="0"/>
              </a:spcBef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it-IT" dirty="0"/>
              <a:t>Text</a:t>
            </a:r>
          </a:p>
        </p:txBody>
      </p:sp>
      <p:sp>
        <p:nvSpPr>
          <p:cNvPr id="12" name="Segnaposto grafico 15">
            <a:extLst>
              <a:ext uri="{FF2B5EF4-FFF2-40B4-BE49-F238E27FC236}">
                <a16:creationId xmlns:a16="http://schemas.microsoft.com/office/drawing/2014/main" id="{AB1CB400-B81D-BE49-A4DB-1B2F4B6CC120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5495369" y="2286000"/>
            <a:ext cx="4921624" cy="3283441"/>
          </a:xfrm>
          <a:prstGeom prst="rect">
            <a:avLst/>
          </a:prstGeom>
        </p:spPr>
        <p:txBody>
          <a:bodyPr/>
          <a:lstStyle>
            <a:lvl1pPr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1024DB7-73CE-6E41-A58C-9A0D2F7C0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10021" y="800787"/>
            <a:ext cx="8706972" cy="653372"/>
          </a:xfrm>
          <a:prstGeom prst="rect">
            <a:avLst/>
          </a:prstGeom>
        </p:spPr>
        <p:txBody>
          <a:bodyPr/>
          <a:lstStyle>
            <a:lvl1pPr>
              <a:lnSpc>
                <a:spcPts val="3660"/>
              </a:lnSpc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it-IT" dirty="0"/>
              <a:t>TITLE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645795" y="6350926"/>
            <a:ext cx="450273" cy="365125"/>
          </a:xfrm>
        </p:spPr>
        <p:txBody>
          <a:bodyPr/>
          <a:lstStyle/>
          <a:p>
            <a:fld id="{F631AA85-691D-466F-8F38-20C9C80A47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4108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+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DD60A484-C716-9A4A-8880-2139D4C50D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egnaposto testo 10">
            <a:extLst>
              <a:ext uri="{FF2B5EF4-FFF2-40B4-BE49-F238E27FC236}">
                <a16:creationId xmlns:a16="http://schemas.microsoft.com/office/drawing/2014/main" id="{7CD40E37-9321-8D41-8D7F-3EE854BE9E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2168" y="2285907"/>
            <a:ext cx="4485997" cy="32901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120"/>
              </a:lnSpc>
              <a:spcBef>
                <a:spcPts val="0"/>
              </a:spcBef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it-IT" dirty="0"/>
              <a:t>Text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E4F5C3B-FC83-F346-9A0D-4BE3FF25AC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362" y="2271485"/>
            <a:ext cx="4988442" cy="3323772"/>
          </a:xfrm>
          <a:prstGeom prst="rect">
            <a:avLst/>
          </a:prstGeom>
        </p:spPr>
      </p:pic>
      <p:sp>
        <p:nvSpPr>
          <p:cNvPr id="10" name="Segnaposto grafico 15">
            <a:extLst>
              <a:ext uri="{FF2B5EF4-FFF2-40B4-BE49-F238E27FC236}">
                <a16:creationId xmlns:a16="http://schemas.microsoft.com/office/drawing/2014/main" id="{9316CDA9-185E-D44F-A8DE-1B4B946FDE88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5705826" y="2641600"/>
            <a:ext cx="4577546" cy="2782698"/>
          </a:xfrm>
          <a:prstGeom prst="rect">
            <a:avLst/>
          </a:prstGeom>
        </p:spPr>
        <p:txBody>
          <a:bodyPr/>
          <a:lstStyle>
            <a:lvl1pPr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it-IT" dirty="0"/>
          </a:p>
        </p:txBody>
      </p:sp>
      <p:pic>
        <p:nvPicPr>
          <p:cNvPr id="13" name="Immagine 8">
            <a:extLst>
              <a:ext uri="{FF2B5EF4-FFF2-40B4-BE49-F238E27FC236}">
                <a16:creationId xmlns:a16="http://schemas.microsoft.com/office/drawing/2014/main" id="{F8CB0FE6-2403-3940-844B-CC3E76F188C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20" y="357726"/>
            <a:ext cx="1088696" cy="91708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645795" y="6350926"/>
            <a:ext cx="450273" cy="365125"/>
          </a:xfrm>
        </p:spPr>
        <p:txBody>
          <a:bodyPr/>
          <a:lstStyle/>
          <a:p>
            <a:fld id="{F631AA85-691D-466F-8F38-20C9C80A47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3740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72E48ACF-F9D0-D940-B3D5-2BAA3D08A5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B761C943-2271-2C40-9337-163BE4604C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2168" y="2285907"/>
            <a:ext cx="7498136" cy="32901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120"/>
              </a:lnSpc>
              <a:spcBef>
                <a:spcPts val="0"/>
              </a:spcBef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it-IT" dirty="0"/>
              <a:t>Text</a:t>
            </a:r>
          </a:p>
        </p:txBody>
      </p:sp>
      <p:sp>
        <p:nvSpPr>
          <p:cNvPr id="9" name="Ellipse 8"/>
          <p:cNvSpPr/>
          <p:nvPr userDrawn="1"/>
        </p:nvSpPr>
        <p:spPr>
          <a:xfrm>
            <a:off x="11167872" y="6053328"/>
            <a:ext cx="710028" cy="7100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8" name="Immagine 8">
            <a:extLst>
              <a:ext uri="{FF2B5EF4-FFF2-40B4-BE49-F238E27FC236}">
                <a16:creationId xmlns:a16="http://schemas.microsoft.com/office/drawing/2014/main" id="{F8CB0FE6-2403-3940-844B-CC3E76F188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20" y="357726"/>
            <a:ext cx="1088696" cy="917082"/>
          </a:xfrm>
          <a:prstGeom prst="rect">
            <a:avLst/>
          </a:prstGeom>
        </p:spPr>
      </p:pic>
      <p:sp>
        <p:nvSpPr>
          <p:cNvPr id="10" name="Titolo 1">
            <a:extLst>
              <a:ext uri="{FF2B5EF4-FFF2-40B4-BE49-F238E27FC236}">
                <a16:creationId xmlns:a16="http://schemas.microsoft.com/office/drawing/2014/main" id="{F1024DB7-73CE-6E41-A58C-9A0D2F7C0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10021" y="800787"/>
            <a:ext cx="8706972" cy="653372"/>
          </a:xfrm>
          <a:prstGeom prst="rect">
            <a:avLst/>
          </a:prstGeom>
        </p:spPr>
        <p:txBody>
          <a:bodyPr/>
          <a:lstStyle>
            <a:lvl1pPr>
              <a:lnSpc>
                <a:spcPts val="3660"/>
              </a:lnSpc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it-IT" dirty="0"/>
              <a:t>TITLE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AA85-691D-466F-8F38-20C9C80A47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2816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9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51FA2CDC-3021-364B-B0A5-C1538431A7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5ED1D8F-A803-8947-A32A-36A299C934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8373" y="441981"/>
            <a:ext cx="2019299" cy="169804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1562B524-603D-304F-A108-1B723D3506C7}"/>
              </a:ext>
            </a:extLst>
          </p:cNvPr>
          <p:cNvSpPr txBox="1"/>
          <p:nvPr userDrawn="1"/>
        </p:nvSpPr>
        <p:spPr>
          <a:xfrm>
            <a:off x="9663954" y="4948518"/>
            <a:ext cx="10615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>
                <a:solidFill>
                  <a:schemeClr val="accent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@EU_EDPS</a:t>
            </a:r>
            <a:endParaRPr lang="it-IT" sz="1200" kern="1200" dirty="0">
              <a:solidFill>
                <a:schemeClr val="accent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1B54FB67-F98B-9747-BBD8-C0129E95F46C}"/>
              </a:ext>
            </a:extLst>
          </p:cNvPr>
          <p:cNvSpPr txBox="1"/>
          <p:nvPr userDrawn="1"/>
        </p:nvSpPr>
        <p:spPr>
          <a:xfrm>
            <a:off x="9663954" y="5454770"/>
            <a:ext cx="184537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noProof="0" dirty="0">
                <a:solidFill>
                  <a:schemeClr val="accent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European</a:t>
            </a:r>
            <a:r>
              <a:rPr lang="it-IT" sz="1200" kern="1200" dirty="0">
                <a:solidFill>
                  <a:schemeClr val="accent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Data </a:t>
            </a:r>
          </a:p>
          <a:p>
            <a:pPr marL="0" marR="0" lvl="0" indent="0" algn="l" defTabSz="914400" rtl="0" eaLnBrk="1" fontAlgn="auto" latinLnBrk="0" hangingPunct="1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 dirty="0">
                <a:solidFill>
                  <a:schemeClr val="accent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Protection Supervisor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F2B73A1A-D7F9-D04C-B4EC-06893D011DD3}"/>
              </a:ext>
            </a:extLst>
          </p:cNvPr>
          <p:cNvSpPr txBox="1"/>
          <p:nvPr userDrawn="1"/>
        </p:nvSpPr>
        <p:spPr>
          <a:xfrm>
            <a:off x="9663954" y="6101970"/>
            <a:ext cx="599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 dirty="0">
                <a:solidFill>
                  <a:schemeClr val="accent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EDPS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842FB81D-2E23-D347-8226-D6BB2C7B0997}"/>
              </a:ext>
            </a:extLst>
          </p:cNvPr>
          <p:cNvSpPr txBox="1"/>
          <p:nvPr userDrawn="1"/>
        </p:nvSpPr>
        <p:spPr>
          <a:xfrm>
            <a:off x="4588805" y="3686037"/>
            <a:ext cx="2839047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700"/>
              </a:lnSpc>
            </a:pPr>
            <a:r>
              <a:rPr lang="it-IT" sz="1500" dirty="0">
                <a:solidFill>
                  <a:srgbClr val="304F99"/>
                </a:solidFill>
                <a:effectLst/>
                <a:latin typeface="Verdana" panose="020B0604030504040204" pitchFamily="34" charset="0"/>
              </a:rPr>
              <a:t>The </a:t>
            </a:r>
            <a:r>
              <a:rPr lang="en-GB" sz="1500" noProof="0" dirty="0">
                <a:solidFill>
                  <a:srgbClr val="304F99"/>
                </a:solidFill>
                <a:effectLst/>
                <a:latin typeface="Verdana" panose="020B0604030504040204" pitchFamily="34" charset="0"/>
              </a:rPr>
              <a:t>EU’s independent data </a:t>
            </a:r>
          </a:p>
          <a:p>
            <a:pPr>
              <a:lnSpc>
                <a:spcPts val="1700"/>
              </a:lnSpc>
            </a:pPr>
            <a:r>
              <a:rPr lang="en-GB" sz="1500" noProof="0" dirty="0">
                <a:solidFill>
                  <a:srgbClr val="304F99"/>
                </a:solidFill>
                <a:effectLst/>
                <a:latin typeface="Verdana" panose="020B0604030504040204" pitchFamily="34" charset="0"/>
              </a:rPr>
              <a:t>protection </a:t>
            </a:r>
            <a:r>
              <a:rPr lang="en-GB" sz="1500" noProof="0" dirty="0" err="1">
                <a:solidFill>
                  <a:srgbClr val="304F99"/>
                </a:solidFill>
                <a:effectLst/>
                <a:latin typeface="Verdana" panose="020B0604030504040204" pitchFamily="34" charset="0"/>
              </a:rPr>
              <a:t>auth</a:t>
            </a:r>
            <a:r>
              <a:rPr lang="en-GB" sz="1500" dirty="0" err="1">
                <a:solidFill>
                  <a:srgbClr val="304F99"/>
                </a:solidFill>
                <a:effectLst/>
                <a:latin typeface="Verdana" panose="020B0604030504040204" pitchFamily="34" charset="0"/>
              </a:rPr>
              <a:t>ority</a:t>
            </a:r>
            <a:endParaRPr lang="en-GB" sz="1500" dirty="0">
              <a:solidFill>
                <a:srgbClr val="304F99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C247070E-DD19-E14F-8E6E-71559B0750EA}"/>
              </a:ext>
            </a:extLst>
          </p:cNvPr>
          <p:cNvSpPr txBox="1"/>
          <p:nvPr userDrawn="1"/>
        </p:nvSpPr>
        <p:spPr>
          <a:xfrm>
            <a:off x="4580965" y="2277037"/>
            <a:ext cx="2266967" cy="13747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ts val="2440"/>
              </a:lnSpc>
            </a:pPr>
            <a:r>
              <a:rPr lang="it-IT" sz="22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EUROPEAN</a:t>
            </a:r>
          </a:p>
          <a:p>
            <a:pPr lvl="0">
              <a:lnSpc>
                <a:spcPts val="2440"/>
              </a:lnSpc>
            </a:pPr>
            <a:r>
              <a:rPr lang="it-IT" sz="22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 </a:t>
            </a:r>
          </a:p>
          <a:p>
            <a:pPr lvl="0">
              <a:lnSpc>
                <a:spcPts val="2440"/>
              </a:lnSpc>
            </a:pPr>
            <a:r>
              <a:rPr lang="it-IT" sz="22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PROTECTION</a:t>
            </a:r>
          </a:p>
          <a:p>
            <a:pPr lvl="0">
              <a:lnSpc>
                <a:spcPts val="2440"/>
              </a:lnSpc>
            </a:pPr>
            <a:r>
              <a:rPr lang="it-IT" sz="22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SUPERVISOR</a:t>
            </a:r>
          </a:p>
        </p:txBody>
      </p:sp>
    </p:spTree>
    <p:extLst>
      <p:ext uri="{BB962C8B-B14F-4D97-AF65-F5344CB8AC3E}">
        <p14:creationId xmlns:p14="http://schemas.microsoft.com/office/powerpoint/2010/main" val="3328372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287990" y="6231658"/>
            <a:ext cx="4502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rgbClr val="4472C4"/>
                </a:solidFill>
              </a:defRPr>
            </a:lvl1pPr>
          </a:lstStyle>
          <a:p>
            <a:fld id="{F631AA85-691D-466F-8F38-20C9C80A47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34157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8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63" r:id="rId12"/>
    <p:sldLayoutId id="2147483671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D936D1-4C2B-4F58-A8F0-F1683CE6DB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01928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10BD95-4090-9F87-43D9-8FECDAA4D5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877B6C-F1F3-74AB-FEEB-7B3C28DE5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6B5F4-A8DE-CFED-C22B-D2C4323E1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AA85-691D-466F-8F38-20C9C80A4796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7331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EAFBFC-044C-D878-032D-5152989F0F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653BE7-E4AC-3AC7-6F7E-7480EA42E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AA85-691D-466F-8F38-20C9C80A4796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9538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333329-B305-5A17-8A35-8BDB99B264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90FA33-57B7-3216-BB53-E50AD9145C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4ABFA-2EE7-BF6A-C92E-4790EEB91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AA85-691D-466F-8F38-20C9C80A4796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7958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D2AE93-7B55-0501-002D-B5C3E6FC65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E1CA4B-D8CB-B5BC-92D4-9DD8A34A21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CFD6A-57ED-BAC6-A29C-C6BEF7F82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AA85-691D-466F-8F38-20C9C80A4796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8080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14A957-6A36-7DFA-A47D-C831C7069E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69944227-229B-98DC-00C5-1CA03547C9D8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1F861-A9AF-D206-4AA1-CF4683D63B1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631AA85-691D-466F-8F38-20C9C80A4796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5978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DC382-5BFE-25D4-7EB2-20402DEB4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FBA57-4B3D-F1E7-A75B-08DAD91CFA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A0E75A30-8E37-F8B2-6F2E-B7E78F3503C1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23D0F4-408E-B93F-3C4D-6C8C42201A6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631AA85-691D-466F-8F38-20C9C80A4796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6488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C5465D-248E-D7D1-8822-15F93EB7A4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2B4A4592-3A76-AC3E-FF7D-67FCC0AB16D9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87398F-2536-F563-8D05-5FDB672A8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ECAE5E-9C36-B1A7-E387-6389247D5E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631AA85-691D-466F-8F38-20C9C80A4796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4248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648D29-112A-C7D1-C254-DA36A801B9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7F41CFF-A8D9-65BD-FF4D-895E8614E107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CB0EA-F36F-19E7-DD6E-D4E1DCBB064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631AA85-691D-466F-8F38-20C9C80A4796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713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0269629"/>
      </p:ext>
    </p:extLst>
  </p:cSld>
  <p:clrMapOvr>
    <a:masterClrMapping/>
  </p:clrMapOvr>
</p:sld>
</file>

<file path=ppt/theme/theme1.xml><?xml version="1.0" encoding="utf-8"?>
<a:theme xmlns:a="http://schemas.openxmlformats.org/drawingml/2006/main" name="EDPS_Theme_Corporate">
  <a:themeElements>
    <a:clrScheme name="Custom 2">
      <a:dk1>
        <a:sysClr val="windowText" lastClr="000000"/>
      </a:dk1>
      <a:lt1>
        <a:sysClr val="window" lastClr="FFFFFF"/>
      </a:lt1>
      <a:dk2>
        <a:srgbClr val="354152"/>
      </a:dk2>
      <a:lt2>
        <a:srgbClr val="E7E6E6"/>
      </a:lt2>
      <a:accent1>
        <a:srgbClr val="234B98"/>
      </a:accent1>
      <a:accent2>
        <a:srgbClr val="F1C065"/>
      </a:accent2>
      <a:accent3>
        <a:srgbClr val="E9E3DA"/>
      </a:accent3>
      <a:accent4>
        <a:srgbClr val="4F5357"/>
      </a:accent4>
      <a:accent5>
        <a:srgbClr val="E1876F"/>
      </a:accent5>
      <a:accent6>
        <a:srgbClr val="7E939C"/>
      </a:accent6>
      <a:hlink>
        <a:srgbClr val="0563C1"/>
      </a:hlink>
      <a:folHlink>
        <a:srgbClr val="954F72"/>
      </a:folHlink>
    </a:clrScheme>
    <a:fontScheme name="EDPS">
      <a:majorFont>
        <a:latin typeface="Verdana"/>
        <a:ea typeface=""/>
        <a:cs typeface=""/>
      </a:majorFont>
      <a:minorFont>
        <a:latin typeface="Libertinus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PS_Powerpoint_Corporate-final.potx" id="{D1BD26BC-9049-4180-A2CF-BB0CE9816502}" vid="{4A95F03E-AB37-4C94-896D-3D1BAB6357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EDPS_Powerpoint_Corporate-final</Template>
  <TotalTime>573</TotalTime>
  <Words>8</Words>
  <Application>Microsoft Office PowerPoint</Application>
  <PresentationFormat>Widescreen</PresentationFormat>
  <Paragraphs>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Libertinus Sans</vt:lpstr>
      <vt:lpstr>Verdana</vt:lpstr>
      <vt:lpstr>EDPS_Theme_Corporate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European Parliament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it</dc:title>
  <dc:creator>ALBINATI Francesco</dc:creator>
  <cp:lastModifiedBy>Jose M Gonzalez</cp:lastModifiedBy>
  <cp:revision>73</cp:revision>
  <dcterms:created xsi:type="dcterms:W3CDTF">2023-01-31T14:57:56Z</dcterms:created>
  <dcterms:modified xsi:type="dcterms:W3CDTF">2026-03-26T20:26:15Z</dcterms:modified>
</cp:coreProperties>
</file>