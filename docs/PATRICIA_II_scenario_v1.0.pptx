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0"/>
  </p:notesMasterIdLst>
  <p:sldIdLst>
    <p:sldId id="268" r:id="rId2"/>
    <p:sldId id="269" r:id="rId3"/>
    <p:sldId id="277" r:id="rId4"/>
    <p:sldId id="275" r:id="rId5"/>
    <p:sldId id="278" r:id="rId6"/>
    <p:sldId id="279" r:id="rId7"/>
    <p:sldId id="280" r:id="rId8"/>
    <p:sldId id="282" r:id="rId9"/>
    <p:sldId id="284" r:id="rId10"/>
    <p:sldId id="281" r:id="rId11"/>
    <p:sldId id="288" r:id="rId12"/>
    <p:sldId id="283" r:id="rId13"/>
    <p:sldId id="287" r:id="rId14"/>
    <p:sldId id="289" r:id="rId15"/>
    <p:sldId id="286" r:id="rId16"/>
    <p:sldId id="290" r:id="rId17"/>
    <p:sldId id="291" r:id="rId18"/>
    <p:sldId id="292" r:id="rId19"/>
    <p:sldId id="323" r:id="rId20"/>
    <p:sldId id="293" r:id="rId21"/>
    <p:sldId id="294" r:id="rId22"/>
    <p:sldId id="295" r:id="rId23"/>
    <p:sldId id="296" r:id="rId24"/>
    <p:sldId id="297" r:id="rId25"/>
    <p:sldId id="298" r:id="rId26"/>
    <p:sldId id="299" r:id="rId27"/>
    <p:sldId id="300" r:id="rId28"/>
    <p:sldId id="301" r:id="rId29"/>
    <p:sldId id="303" r:id="rId30"/>
    <p:sldId id="305" r:id="rId31"/>
    <p:sldId id="306" r:id="rId32"/>
    <p:sldId id="307" r:id="rId33"/>
    <p:sldId id="309" r:id="rId34"/>
    <p:sldId id="310" r:id="rId35"/>
    <p:sldId id="311" r:id="rId36"/>
    <p:sldId id="312" r:id="rId37"/>
    <p:sldId id="313" r:id="rId38"/>
    <p:sldId id="314" r:id="rId39"/>
    <p:sldId id="315" r:id="rId40"/>
    <p:sldId id="316" r:id="rId41"/>
    <p:sldId id="317" r:id="rId42"/>
    <p:sldId id="318" r:id="rId43"/>
    <p:sldId id="319" r:id="rId44"/>
    <p:sldId id="320" r:id="rId45"/>
    <p:sldId id="285" r:id="rId46"/>
    <p:sldId id="321" r:id="rId47"/>
    <p:sldId id="322" r:id="rId48"/>
    <p:sldId id="276"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4A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23" d="100"/>
          <a:sy n="123" d="100"/>
        </p:scale>
        <p:origin x="75" y="2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400" smtClean="0">
              <a:latin typeface="+mj-lt"/>
            </a:rPr>
            <a:t>Yes</a:t>
          </a:r>
          <a:endParaRPr lang="en-US" sz="24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400" dirty="0" smtClean="0">
              <a:latin typeface="+mj-lt"/>
            </a:rPr>
            <a:t>Not yet, further analysis needs to be performed</a:t>
          </a:r>
          <a:endParaRPr lang="en-US" sz="24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3600" smtClean="0"/>
            <a:t>C</a:t>
          </a:r>
          <a:endParaRPr lang="en-US" sz="3600" dirty="0"/>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400" smtClean="0">
              <a:latin typeface="+mj-lt"/>
            </a:rPr>
            <a:t>No</a:t>
          </a:r>
          <a:endParaRPr lang="en-US" sz="24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59B325C1-2314-4BCD-9A4E-31793EEE8CA6}" type="pres">
      <dgm:prSet presAssocID="{A340CCF0-5AE6-4CFB-AD34-25B0F55EEC7C}" presName="Name0" presStyleCnt="0">
        <dgm:presLayoutVars>
          <dgm:dir/>
          <dgm:animLvl val="lvl"/>
          <dgm:resizeHandles val="exact"/>
        </dgm:presLayoutVars>
      </dgm:prSet>
      <dgm:spPr/>
      <dgm:t>
        <a:bodyPr/>
        <a:lstStyle/>
        <a:p>
          <a:endParaRPr lang="en-US"/>
        </a:p>
      </dgm:t>
    </dgm:pt>
    <dgm:pt modelId="{77CF6928-19F2-4D3E-9FA4-37FE02E58A31}" type="pres">
      <dgm:prSet presAssocID="{B23F4277-E061-4A74-BDCF-3D4EBBBFC39A}" presName="linNode" presStyleCnt="0"/>
      <dgm:spPr/>
      <dgm:t>
        <a:bodyPr/>
        <a:lstStyle/>
        <a:p>
          <a:endParaRPr lang="en-US"/>
        </a:p>
      </dgm:t>
    </dgm:pt>
    <dgm:pt modelId="{9413D2B6-07A0-40DA-9F63-62C89C9DE6FB}" type="pres">
      <dgm:prSet presAssocID="{B23F4277-E061-4A74-BDCF-3D4EBBBFC39A}" presName="parentText" presStyleLbl="node1" presStyleIdx="0" presStyleCnt="3">
        <dgm:presLayoutVars>
          <dgm:chMax val="1"/>
          <dgm:bulletEnabled val="1"/>
        </dgm:presLayoutVars>
      </dgm:prSet>
      <dgm:spPr/>
      <dgm:t>
        <a:bodyPr/>
        <a:lstStyle/>
        <a:p>
          <a:endParaRPr lang="en-US"/>
        </a:p>
      </dgm:t>
    </dgm:pt>
    <dgm:pt modelId="{986767D2-977B-411E-8D3F-9A811F9F7D8D}" type="pres">
      <dgm:prSet presAssocID="{B23F4277-E061-4A74-BDCF-3D4EBBBFC39A}" presName="descendantText" presStyleLbl="alignAccFollowNode1" presStyleIdx="0" presStyleCnt="3">
        <dgm:presLayoutVars>
          <dgm:bulletEnabled val="1"/>
        </dgm:presLayoutVars>
      </dgm:prSet>
      <dgm:spPr/>
      <dgm:t>
        <a:bodyPr/>
        <a:lstStyle/>
        <a:p>
          <a:endParaRPr lang="en-US"/>
        </a:p>
      </dgm:t>
    </dgm:pt>
    <dgm:pt modelId="{D7576A00-D503-4AC5-94EB-1EBFC8F6139C}" type="pres">
      <dgm:prSet presAssocID="{7AEE54A7-8EED-4C56-9748-F29758B84073}" presName="sp" presStyleCnt="0"/>
      <dgm:spPr/>
      <dgm:t>
        <a:bodyPr/>
        <a:lstStyle/>
        <a:p>
          <a:endParaRPr lang="en-US"/>
        </a:p>
      </dgm:t>
    </dgm:pt>
    <dgm:pt modelId="{4F8A8D4E-086F-45E0-B231-8A2C8249B9FD}" type="pres">
      <dgm:prSet presAssocID="{DAF51508-E6F5-4E68-85B1-E5457FE8EC14}" presName="linNode" presStyleCnt="0"/>
      <dgm:spPr/>
      <dgm:t>
        <a:bodyPr/>
        <a:lstStyle/>
        <a:p>
          <a:endParaRPr lang="en-US"/>
        </a:p>
      </dgm:t>
    </dgm:pt>
    <dgm:pt modelId="{78F7217B-D212-4970-A1DF-DFC552A970EF}" type="pres">
      <dgm:prSet presAssocID="{DAF51508-E6F5-4E68-85B1-E5457FE8EC14}" presName="parentText" presStyleLbl="node1" presStyleIdx="1" presStyleCnt="3">
        <dgm:presLayoutVars>
          <dgm:chMax val="1"/>
          <dgm:bulletEnabled val="1"/>
        </dgm:presLayoutVars>
      </dgm:prSet>
      <dgm:spPr/>
      <dgm:t>
        <a:bodyPr/>
        <a:lstStyle/>
        <a:p>
          <a:endParaRPr lang="en-US"/>
        </a:p>
      </dgm:t>
    </dgm:pt>
    <dgm:pt modelId="{93BE1400-E126-4A53-B837-4303CC7A4F50}" type="pres">
      <dgm:prSet presAssocID="{DAF51508-E6F5-4E68-85B1-E5457FE8EC14}" presName="descendantText" presStyleLbl="alignAccFollowNode1" presStyleIdx="1" presStyleCnt="3">
        <dgm:presLayoutVars>
          <dgm:bulletEnabled val="1"/>
        </dgm:presLayoutVars>
      </dgm:prSet>
      <dgm:spPr/>
      <dgm:t>
        <a:bodyPr/>
        <a:lstStyle/>
        <a:p>
          <a:endParaRPr lang="en-US"/>
        </a:p>
      </dgm:t>
    </dgm:pt>
    <dgm:pt modelId="{233677B8-9EE7-4682-A83E-601B55D3AF9F}" type="pres">
      <dgm:prSet presAssocID="{3A5522DF-E11A-4932-9F73-A50087ABB334}" presName="sp" presStyleCnt="0"/>
      <dgm:spPr/>
      <dgm:t>
        <a:bodyPr/>
        <a:lstStyle/>
        <a:p>
          <a:endParaRPr lang="en-US"/>
        </a:p>
      </dgm:t>
    </dgm:pt>
    <dgm:pt modelId="{F60A8FCD-2EA8-44AB-AF2D-3B028FE4347F}" type="pres">
      <dgm:prSet presAssocID="{F227CE28-99EE-4531-BBE4-D826A75315A0}" presName="linNode" presStyleCnt="0"/>
      <dgm:spPr/>
      <dgm:t>
        <a:bodyPr/>
        <a:lstStyle/>
        <a:p>
          <a:endParaRPr lang="en-US"/>
        </a:p>
      </dgm:t>
    </dgm:pt>
    <dgm:pt modelId="{7650CA4E-B6B2-4490-AB52-AC04E0010CA7}" type="pres">
      <dgm:prSet presAssocID="{F227CE28-99EE-4531-BBE4-D826A75315A0}" presName="parentText" presStyleLbl="node1" presStyleIdx="2" presStyleCnt="3">
        <dgm:presLayoutVars>
          <dgm:chMax val="1"/>
          <dgm:bulletEnabled val="1"/>
        </dgm:presLayoutVars>
      </dgm:prSet>
      <dgm:spPr/>
      <dgm:t>
        <a:bodyPr/>
        <a:lstStyle/>
        <a:p>
          <a:endParaRPr lang="en-US"/>
        </a:p>
      </dgm:t>
    </dgm:pt>
    <dgm:pt modelId="{F64DD39B-6172-4342-A218-27A716C7B3D5}" type="pres">
      <dgm:prSet presAssocID="{F227CE28-99EE-4531-BBE4-D826A75315A0}" presName="descendantText" presStyleLbl="alignAccFollowNode1" presStyleIdx="2" presStyleCnt="3" custLinFactNeighborX="295" custLinFactNeighborY="-1156">
        <dgm:presLayoutVars>
          <dgm:bulletEnabled val="1"/>
        </dgm:presLayoutVars>
      </dgm:prSet>
      <dgm:spPr/>
      <dgm:t>
        <a:bodyPr/>
        <a:lstStyle/>
        <a:p>
          <a:endParaRPr lang="en-US"/>
        </a:p>
      </dgm:t>
    </dgm:pt>
  </dgm:ptLst>
  <dgm:cxnLst>
    <dgm:cxn modelId="{7E974092-8A39-4C5E-9A08-9B5653E6D9C8}" type="presOf" srcId="{76FE2376-AEF0-4C25-B8BD-C5F0F875B614}" destId="{93BE1400-E126-4A53-B837-4303CC7A4F50}" srcOrd="0" destOrd="0" presId="urn:microsoft.com/office/officeart/2005/8/layout/vList5"/>
    <dgm:cxn modelId="{DA4AAB47-9657-4EC1-A8DC-CF211CD1DF4D}" srcId="{A340CCF0-5AE6-4CFB-AD34-25B0F55EEC7C}" destId="{F227CE28-99EE-4531-BBE4-D826A75315A0}" srcOrd="2" destOrd="0" parTransId="{E2EF5D2B-D0A5-4C30-8C69-17E304ED3993}" sibTransId="{6AF07DAE-54D8-471B-803C-1F13A643D494}"/>
    <dgm:cxn modelId="{F077AD1F-0121-42A7-B885-A8CC309607C7}" type="presOf" srcId="{7E0C4C1C-544F-4A2C-9B9D-3BA765CEDAED}" destId="{986767D2-977B-411E-8D3F-9A811F9F7D8D}" srcOrd="0" destOrd="0" presId="urn:microsoft.com/office/officeart/2005/8/layout/vList5"/>
    <dgm:cxn modelId="{68CBA260-E676-4D2D-BC1C-780096F86719}" type="presOf" srcId="{F227CE28-99EE-4531-BBE4-D826A75315A0}" destId="{7650CA4E-B6B2-4490-AB52-AC04E0010CA7}" srcOrd="0" destOrd="0" presId="urn:microsoft.com/office/officeart/2005/8/layout/vList5"/>
    <dgm:cxn modelId="{1E7639EF-3DA5-4F02-A775-0F9323D84DC9}" type="presOf" srcId="{DAF51508-E6F5-4E68-85B1-E5457FE8EC14}" destId="{78F7217B-D212-4970-A1DF-DFC552A970EF}"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814CD180-71F1-42F1-849B-6AE771C27F47}" srcId="{DAF51508-E6F5-4E68-85B1-E5457FE8EC14}" destId="{76FE2376-AEF0-4C25-B8BD-C5F0F875B614}" srcOrd="0" destOrd="0" parTransId="{7D383471-E1E2-4E91-BCE2-631648AB20E0}" sibTransId="{0890E4CF-AAEB-4332-B9D9-55B456D12EBA}"/>
    <dgm:cxn modelId="{A58EEDA9-783F-4B31-A3C5-ACD5249B7039}" type="presOf" srcId="{B23F4277-E061-4A74-BDCF-3D4EBBBFC39A}" destId="{9413D2B6-07A0-40DA-9F63-62C89C9DE6FB}" srcOrd="0" destOrd="0" presId="urn:microsoft.com/office/officeart/2005/8/layout/vList5"/>
    <dgm:cxn modelId="{38942C34-F954-41C6-8ACB-DF61AEED17D5}" type="presOf" srcId="{69155F46-0B55-4B95-834B-07919A371CD1}" destId="{F64DD39B-6172-4342-A218-27A716C7B3D5}"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AEE122C9-AE62-4829-B76B-D32627404F27}" srcId="{F227CE28-99EE-4531-BBE4-D826A75315A0}" destId="{69155F46-0B55-4B95-834B-07919A371CD1}" srcOrd="0" destOrd="0" parTransId="{22CF25C1-4981-43E3-87A0-E6F6C158564E}" sibTransId="{4706AC0B-E253-41CB-86F3-057345063ABC}"/>
    <dgm:cxn modelId="{C014E1B2-3C4E-4F38-8408-93AD6108C3D2}" type="presOf" srcId="{A340CCF0-5AE6-4CFB-AD34-25B0F55EEC7C}" destId="{59B325C1-2314-4BCD-9A4E-31793EEE8CA6}"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E9CD6EF7-94D7-488B-B45A-74F6610C15A2}" type="presParOf" srcId="{59B325C1-2314-4BCD-9A4E-31793EEE8CA6}" destId="{77CF6928-19F2-4D3E-9FA4-37FE02E58A31}" srcOrd="0" destOrd="0" presId="urn:microsoft.com/office/officeart/2005/8/layout/vList5"/>
    <dgm:cxn modelId="{802E09EE-035D-4E43-A033-F0BBA1D75A37}" type="presParOf" srcId="{77CF6928-19F2-4D3E-9FA4-37FE02E58A31}" destId="{9413D2B6-07A0-40DA-9F63-62C89C9DE6FB}" srcOrd="0" destOrd="0" presId="urn:microsoft.com/office/officeart/2005/8/layout/vList5"/>
    <dgm:cxn modelId="{44941595-6458-43A3-BC18-7AAD79F53E51}" type="presParOf" srcId="{77CF6928-19F2-4D3E-9FA4-37FE02E58A31}" destId="{986767D2-977B-411E-8D3F-9A811F9F7D8D}" srcOrd="1" destOrd="0" presId="urn:microsoft.com/office/officeart/2005/8/layout/vList5"/>
    <dgm:cxn modelId="{798AB6EE-7501-4FB4-83BD-234963935E7E}" type="presParOf" srcId="{59B325C1-2314-4BCD-9A4E-31793EEE8CA6}" destId="{D7576A00-D503-4AC5-94EB-1EBFC8F6139C}" srcOrd="1" destOrd="0" presId="urn:microsoft.com/office/officeart/2005/8/layout/vList5"/>
    <dgm:cxn modelId="{78C480A1-63BA-4C5A-908D-07E7D69AC179}" type="presParOf" srcId="{59B325C1-2314-4BCD-9A4E-31793EEE8CA6}" destId="{4F8A8D4E-086F-45E0-B231-8A2C8249B9FD}" srcOrd="2" destOrd="0" presId="urn:microsoft.com/office/officeart/2005/8/layout/vList5"/>
    <dgm:cxn modelId="{52FA4B96-28C1-4BD9-A2A3-FF9BB9E340EB}" type="presParOf" srcId="{4F8A8D4E-086F-45E0-B231-8A2C8249B9FD}" destId="{78F7217B-D212-4970-A1DF-DFC552A970EF}" srcOrd="0" destOrd="0" presId="urn:microsoft.com/office/officeart/2005/8/layout/vList5"/>
    <dgm:cxn modelId="{28524652-1842-4E42-AE41-45BE11898A93}" type="presParOf" srcId="{4F8A8D4E-086F-45E0-B231-8A2C8249B9FD}" destId="{93BE1400-E126-4A53-B837-4303CC7A4F50}" srcOrd="1" destOrd="0" presId="urn:microsoft.com/office/officeart/2005/8/layout/vList5"/>
    <dgm:cxn modelId="{D2DD530E-D961-4892-A6E0-1E101E4873E6}" type="presParOf" srcId="{59B325C1-2314-4BCD-9A4E-31793EEE8CA6}" destId="{233677B8-9EE7-4682-A83E-601B55D3AF9F}" srcOrd="3" destOrd="0" presId="urn:microsoft.com/office/officeart/2005/8/layout/vList5"/>
    <dgm:cxn modelId="{528E10F6-58CC-4764-A778-7F149887C49E}" type="presParOf" srcId="{59B325C1-2314-4BCD-9A4E-31793EEE8CA6}" destId="{F60A8FCD-2EA8-44AB-AF2D-3B028FE4347F}" srcOrd="4" destOrd="0" presId="urn:microsoft.com/office/officeart/2005/8/layout/vList5"/>
    <dgm:cxn modelId="{4EF3D738-0D92-4FCF-859A-E3FC6D01F39A}" type="presParOf" srcId="{F60A8FCD-2EA8-44AB-AF2D-3B028FE4347F}" destId="{7650CA4E-B6B2-4490-AB52-AC04E0010CA7}" srcOrd="0" destOrd="0" presId="urn:microsoft.com/office/officeart/2005/8/layout/vList5"/>
    <dgm:cxn modelId="{D25C5270-F251-4F93-8EDC-176C079EB67E}" type="presParOf" srcId="{F60A8FCD-2EA8-44AB-AF2D-3B028FE4347F}" destId="{F64DD39B-6172-4342-A218-27A716C7B3D5}"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000" smtClean="0">
              <a:latin typeface="+mj-lt"/>
            </a:rPr>
            <a:t>Business Owner – Delegated Controller</a:t>
          </a:r>
          <a:endParaRPr lang="en-US" sz="20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000" smtClean="0">
              <a:latin typeface="+mj-lt"/>
            </a:rPr>
            <a:t>System Manager</a:t>
          </a:r>
          <a:endParaRPr lang="en-US" sz="20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2800" b="0" smtClean="0">
              <a:latin typeface="+mj-lt"/>
            </a:rPr>
            <a:t>C</a:t>
          </a:r>
          <a:endParaRPr lang="en-US" sz="2800" b="0" dirty="0">
            <a:latin typeface="+mj-lt"/>
          </a:endParaRPr>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000" smtClean="0">
              <a:latin typeface="+mj-lt"/>
            </a:rPr>
            <a:t>Platform Users</a:t>
          </a:r>
          <a:endParaRPr lang="en-US" sz="20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44C81567-38C9-4E2A-A5F8-F577E7B731B8}">
      <dgm:prSet phldrT="[Text]" custT="1"/>
      <dgm:spPr/>
      <dgm:t>
        <a:bodyPr anchor="ctr" anchorCtr="0"/>
        <a:lstStyle/>
        <a:p>
          <a:r>
            <a:rPr lang="en-US" sz="2000" smtClean="0">
              <a:latin typeface="+mj-lt"/>
            </a:rPr>
            <a:t>CISO – LISO - LCO</a:t>
          </a:r>
          <a:endParaRPr lang="en-US" sz="2000" dirty="0">
            <a:latin typeface="+mj-lt"/>
          </a:endParaRPr>
        </a:p>
      </dgm:t>
    </dgm:pt>
    <dgm:pt modelId="{345C8BD9-82F4-4EF3-8EAC-CF460FA13B0C}" type="parTrans" cxnId="{806640AF-6017-4E35-858D-99439F3BE022}">
      <dgm:prSet/>
      <dgm:spPr/>
      <dgm:t>
        <a:bodyPr/>
        <a:lstStyle/>
        <a:p>
          <a:endParaRPr lang="en-US" sz="1600"/>
        </a:p>
      </dgm:t>
    </dgm:pt>
    <dgm:pt modelId="{8EDA5B6D-C43B-41F2-9DF1-900ACBD55EC9}" type="sibTrans" cxnId="{806640AF-6017-4E35-858D-99439F3BE022}">
      <dgm:prSet/>
      <dgm:spPr/>
      <dgm:t>
        <a:bodyPr/>
        <a:lstStyle/>
        <a:p>
          <a:endParaRPr lang="en-US" sz="1600"/>
        </a:p>
      </dgm:t>
    </dgm:pt>
    <dgm:pt modelId="{10A8DDA4-6B97-41F0-830C-036F980F1F25}">
      <dgm:prSet phldrT="[Text]" custT="1"/>
      <dgm:spPr/>
      <dgm:t>
        <a:bodyPr/>
        <a:lstStyle/>
        <a:p>
          <a:r>
            <a:rPr lang="en-US" sz="2800" b="0" smtClean="0">
              <a:latin typeface="+mj-lt"/>
            </a:rPr>
            <a:t>D</a:t>
          </a:r>
          <a:endParaRPr lang="en-US" sz="2800" b="0" dirty="0">
            <a:latin typeface="+mj-lt"/>
          </a:endParaRPr>
        </a:p>
      </dgm:t>
    </dgm:pt>
    <dgm:pt modelId="{45092E9C-CF0F-4669-B2A8-0744E43590EC}" type="parTrans" cxnId="{4F32EFCC-6088-4DE8-85AC-5AF72AC5E81A}">
      <dgm:prSet/>
      <dgm:spPr/>
      <dgm:t>
        <a:bodyPr/>
        <a:lstStyle/>
        <a:p>
          <a:endParaRPr lang="en-US" sz="1600"/>
        </a:p>
      </dgm:t>
    </dgm:pt>
    <dgm:pt modelId="{27378BC8-FCC6-4598-BB24-3C32ED98DFB2}" type="sibTrans" cxnId="{4F32EFCC-6088-4DE8-85AC-5AF72AC5E81A}">
      <dgm:prSet/>
      <dgm:spPr/>
      <dgm:t>
        <a:bodyPr/>
        <a:lstStyle/>
        <a:p>
          <a:endParaRPr lang="en-US" sz="1600"/>
        </a:p>
      </dgm:t>
    </dgm:pt>
    <dgm:pt modelId="{327966E0-6D42-4DD7-9AF2-7C24C419AE52}">
      <dgm:prSet phldrT="[Text]" custT="1"/>
      <dgm:spPr/>
      <dgm:t>
        <a:bodyPr/>
        <a:lstStyle/>
        <a:p>
          <a:r>
            <a:rPr lang="en-US" sz="2800" b="0" smtClean="0">
              <a:latin typeface="+mj-lt"/>
            </a:rPr>
            <a:t>E</a:t>
          </a:r>
          <a:endParaRPr lang="en-US" sz="2800" b="0" dirty="0">
            <a:latin typeface="+mj-lt"/>
          </a:endParaRPr>
        </a:p>
      </dgm:t>
    </dgm:pt>
    <dgm:pt modelId="{8CED7BDA-F4F5-46EE-AD26-9729E87E1EDC}" type="parTrans" cxnId="{87470B3C-17A5-4D6D-8F7D-A9F14254BAFB}">
      <dgm:prSet/>
      <dgm:spPr/>
      <dgm:t>
        <a:bodyPr/>
        <a:lstStyle/>
        <a:p>
          <a:endParaRPr lang="en-US" sz="1600"/>
        </a:p>
      </dgm:t>
    </dgm:pt>
    <dgm:pt modelId="{B9C67B89-F440-4C63-94FA-3DB22083D351}" type="sibTrans" cxnId="{87470B3C-17A5-4D6D-8F7D-A9F14254BAFB}">
      <dgm:prSet/>
      <dgm:spPr/>
      <dgm:t>
        <a:bodyPr/>
        <a:lstStyle/>
        <a:p>
          <a:endParaRPr lang="en-US" sz="1600"/>
        </a:p>
      </dgm:t>
    </dgm:pt>
    <dgm:pt modelId="{661D5167-F04A-4FF7-ADC1-D4268235EBD0}">
      <dgm:prSet phldrT="[Text]" custT="1"/>
      <dgm:spPr/>
      <dgm:t>
        <a:bodyPr anchor="ctr" anchorCtr="0"/>
        <a:lstStyle/>
        <a:p>
          <a:r>
            <a:rPr lang="en-US" sz="2000" smtClean="0">
              <a:latin typeface="+mj-lt"/>
            </a:rPr>
            <a:t>DPO</a:t>
          </a:r>
          <a:endParaRPr lang="en-US" sz="2000" dirty="0">
            <a:latin typeface="+mj-lt"/>
          </a:endParaRPr>
        </a:p>
      </dgm:t>
    </dgm:pt>
    <dgm:pt modelId="{0A955E8C-BB8E-4F61-8208-8A4CB16862D5}" type="parTrans" cxnId="{E9894609-4BDA-4FAC-9F5F-5999F219F98F}">
      <dgm:prSet/>
      <dgm:spPr/>
      <dgm:t>
        <a:bodyPr/>
        <a:lstStyle/>
        <a:p>
          <a:endParaRPr lang="en-US" sz="1600"/>
        </a:p>
      </dgm:t>
    </dgm:pt>
    <dgm:pt modelId="{EDE0370F-8054-470A-A456-1E022950A740}" type="sibTrans" cxnId="{E9894609-4BDA-4FAC-9F5F-5999F219F98F}">
      <dgm:prSet/>
      <dgm:spPr/>
      <dgm:t>
        <a:bodyPr/>
        <a:lstStyle/>
        <a:p>
          <a:endParaRPr lang="en-US" sz="1600"/>
        </a:p>
      </dgm:t>
    </dgm:pt>
    <dgm:pt modelId="{BE0A6930-CBCF-4955-98C7-4C5674575D72}">
      <dgm:prSet phldrT="[Text]" custT="1"/>
      <dgm:spPr/>
      <dgm:t>
        <a:bodyPr/>
        <a:lstStyle/>
        <a:p>
          <a:r>
            <a:rPr lang="en-US" sz="2800" b="0" smtClean="0">
              <a:latin typeface="+mj-lt"/>
            </a:rPr>
            <a:t>F</a:t>
          </a:r>
          <a:endParaRPr lang="en-US" sz="2800" b="0" dirty="0">
            <a:latin typeface="+mj-lt"/>
          </a:endParaRPr>
        </a:p>
      </dgm:t>
    </dgm:pt>
    <dgm:pt modelId="{93CF2D00-64BF-4B00-8222-4091FAD9A877}" type="parTrans" cxnId="{B9B3D37C-3A66-4BB2-A167-C744D59463D6}">
      <dgm:prSet/>
      <dgm:spPr/>
      <dgm:t>
        <a:bodyPr/>
        <a:lstStyle/>
        <a:p>
          <a:endParaRPr lang="en-US" sz="1600"/>
        </a:p>
      </dgm:t>
    </dgm:pt>
    <dgm:pt modelId="{38F01052-8AA4-4FFA-8666-E01B60EB5260}" type="sibTrans" cxnId="{B9B3D37C-3A66-4BB2-A167-C744D59463D6}">
      <dgm:prSet/>
      <dgm:spPr/>
      <dgm:t>
        <a:bodyPr/>
        <a:lstStyle/>
        <a:p>
          <a:endParaRPr lang="en-US" sz="1600"/>
        </a:p>
      </dgm:t>
    </dgm:pt>
    <dgm:pt modelId="{88ECBC31-E864-4C83-A746-D258AA8FC8B3}">
      <dgm:prSet phldrT="[Text]" custT="1"/>
      <dgm:spPr/>
      <dgm:t>
        <a:bodyPr anchor="ctr" anchorCtr="0"/>
        <a:lstStyle/>
        <a:p>
          <a:r>
            <a:rPr lang="en-US" sz="2000" smtClean="0">
              <a:latin typeface="+mj-lt"/>
            </a:rPr>
            <a:t>Senior Management</a:t>
          </a:r>
          <a:endParaRPr lang="en-US" sz="2000" dirty="0">
            <a:latin typeface="+mj-lt"/>
          </a:endParaRPr>
        </a:p>
      </dgm:t>
    </dgm:pt>
    <dgm:pt modelId="{9C0F4C14-E753-4B55-85AF-C6E142F35367}" type="parTrans" cxnId="{3AF54992-3F2F-4C73-A292-E49CB6B996C8}">
      <dgm:prSet/>
      <dgm:spPr/>
      <dgm:t>
        <a:bodyPr/>
        <a:lstStyle/>
        <a:p>
          <a:endParaRPr lang="en-US" sz="1600"/>
        </a:p>
      </dgm:t>
    </dgm:pt>
    <dgm:pt modelId="{88750314-2B48-4FDB-B695-DE2B35AC26C0}" type="sibTrans" cxnId="{3AF54992-3F2F-4C73-A292-E49CB6B996C8}">
      <dgm:prSet/>
      <dgm:spPr/>
      <dgm:t>
        <a:bodyPr/>
        <a:lstStyle/>
        <a:p>
          <a:endParaRPr lang="en-US" sz="1600"/>
        </a:p>
      </dgm:t>
    </dgm:pt>
    <dgm:pt modelId="{EA8BB6F6-CBE2-4F22-B76D-72B310E1FD2E}">
      <dgm:prSet phldrT="[Text]" custT="1"/>
      <dgm:spPr/>
      <dgm:t>
        <a:bodyPr/>
        <a:lstStyle/>
        <a:p>
          <a:r>
            <a:rPr lang="en-US" sz="2800" b="0" smtClean="0">
              <a:latin typeface="+mj-lt"/>
            </a:rPr>
            <a:t>G</a:t>
          </a:r>
          <a:endParaRPr lang="en-US" sz="2800" b="0" dirty="0">
            <a:latin typeface="+mj-lt"/>
          </a:endParaRPr>
        </a:p>
      </dgm:t>
    </dgm:pt>
    <dgm:pt modelId="{650A23F6-8CE5-4CEB-93B8-EEB2DA07C2ED}" type="parTrans" cxnId="{AEF77757-C530-417E-BD8C-B0DA0F0A063D}">
      <dgm:prSet/>
      <dgm:spPr/>
      <dgm:t>
        <a:bodyPr/>
        <a:lstStyle/>
        <a:p>
          <a:endParaRPr lang="en-US" sz="1600"/>
        </a:p>
      </dgm:t>
    </dgm:pt>
    <dgm:pt modelId="{1741931F-9732-4A95-A4FD-FF3A159E34A3}" type="sibTrans" cxnId="{AEF77757-C530-417E-BD8C-B0DA0F0A063D}">
      <dgm:prSet/>
      <dgm:spPr/>
      <dgm:t>
        <a:bodyPr/>
        <a:lstStyle/>
        <a:p>
          <a:endParaRPr lang="en-US" sz="1600"/>
        </a:p>
      </dgm:t>
    </dgm:pt>
    <dgm:pt modelId="{27186113-4FAC-42DD-BF7D-7991915726AB}">
      <dgm:prSet phldrT="[Text]" custT="1"/>
      <dgm:spPr/>
      <dgm:t>
        <a:bodyPr anchor="ctr" anchorCtr="0"/>
        <a:lstStyle/>
        <a:p>
          <a:r>
            <a:rPr lang="en-US" sz="2000" smtClean="0">
              <a:latin typeface="+mj-lt"/>
            </a:rPr>
            <a:t>Other</a:t>
          </a:r>
          <a:endParaRPr lang="en-US" sz="2000" dirty="0">
            <a:latin typeface="+mj-lt"/>
          </a:endParaRPr>
        </a:p>
      </dgm:t>
    </dgm:pt>
    <dgm:pt modelId="{04E59B5B-411B-4960-ACFC-BB6373447E1E}" type="parTrans" cxnId="{09255F83-02BA-42D8-B917-AB30682D24A8}">
      <dgm:prSet/>
      <dgm:spPr/>
      <dgm:t>
        <a:bodyPr/>
        <a:lstStyle/>
        <a:p>
          <a:endParaRPr lang="en-US" sz="1600"/>
        </a:p>
      </dgm:t>
    </dgm:pt>
    <dgm:pt modelId="{1DB0E71A-8C44-493E-AC06-11A20E53C309}" type="sibTrans" cxnId="{09255F83-02BA-42D8-B917-AB30682D24A8}">
      <dgm:prSet/>
      <dgm:spPr/>
      <dgm:t>
        <a:bodyPr/>
        <a:lstStyle/>
        <a:p>
          <a:endParaRPr lang="en-US" sz="1600"/>
        </a:p>
      </dgm:t>
    </dgm:pt>
    <dgm:pt modelId="{6D9C52E5-4CED-4377-8B27-77F79283120D}" type="pres">
      <dgm:prSet presAssocID="{A340CCF0-5AE6-4CFB-AD34-25B0F55EEC7C}" presName="Name0" presStyleCnt="0">
        <dgm:presLayoutVars>
          <dgm:dir/>
          <dgm:animLvl val="lvl"/>
          <dgm:resizeHandles val="exact"/>
        </dgm:presLayoutVars>
      </dgm:prSet>
      <dgm:spPr/>
      <dgm:t>
        <a:bodyPr/>
        <a:lstStyle/>
        <a:p>
          <a:endParaRPr lang="en-US"/>
        </a:p>
      </dgm:t>
    </dgm:pt>
    <dgm:pt modelId="{E67749D0-611B-4D0F-9FAE-6A4A54B6056F}" type="pres">
      <dgm:prSet presAssocID="{B23F4277-E061-4A74-BDCF-3D4EBBBFC39A}" presName="linNode" presStyleCnt="0"/>
      <dgm:spPr/>
      <dgm:t>
        <a:bodyPr/>
        <a:lstStyle/>
        <a:p>
          <a:endParaRPr lang="en-US"/>
        </a:p>
      </dgm:t>
    </dgm:pt>
    <dgm:pt modelId="{8AA7D819-0A7A-4AC8-A0AF-83F126A06EC6}" type="pres">
      <dgm:prSet presAssocID="{B23F4277-E061-4A74-BDCF-3D4EBBBFC39A}" presName="parentText" presStyleLbl="node1" presStyleIdx="0" presStyleCnt="7">
        <dgm:presLayoutVars>
          <dgm:chMax val="1"/>
          <dgm:bulletEnabled val="1"/>
        </dgm:presLayoutVars>
      </dgm:prSet>
      <dgm:spPr/>
      <dgm:t>
        <a:bodyPr/>
        <a:lstStyle/>
        <a:p>
          <a:endParaRPr lang="en-US"/>
        </a:p>
      </dgm:t>
    </dgm:pt>
    <dgm:pt modelId="{8393AC7F-1592-4572-BACD-C9BCA50BE056}" type="pres">
      <dgm:prSet presAssocID="{B23F4277-E061-4A74-BDCF-3D4EBBBFC39A}" presName="descendantText" presStyleLbl="alignAccFollowNode1" presStyleIdx="0" presStyleCnt="7">
        <dgm:presLayoutVars>
          <dgm:bulletEnabled val="1"/>
        </dgm:presLayoutVars>
      </dgm:prSet>
      <dgm:spPr/>
      <dgm:t>
        <a:bodyPr/>
        <a:lstStyle/>
        <a:p>
          <a:endParaRPr lang="en-US"/>
        </a:p>
      </dgm:t>
    </dgm:pt>
    <dgm:pt modelId="{4FF59EA2-0953-4098-9BC6-BA7246852A2A}" type="pres">
      <dgm:prSet presAssocID="{7AEE54A7-8EED-4C56-9748-F29758B84073}" presName="sp" presStyleCnt="0"/>
      <dgm:spPr/>
      <dgm:t>
        <a:bodyPr/>
        <a:lstStyle/>
        <a:p>
          <a:endParaRPr lang="en-US"/>
        </a:p>
      </dgm:t>
    </dgm:pt>
    <dgm:pt modelId="{554918A6-34B7-4120-A409-366A2F281DE6}" type="pres">
      <dgm:prSet presAssocID="{DAF51508-E6F5-4E68-85B1-E5457FE8EC14}" presName="linNode" presStyleCnt="0"/>
      <dgm:spPr/>
      <dgm:t>
        <a:bodyPr/>
        <a:lstStyle/>
        <a:p>
          <a:endParaRPr lang="en-US"/>
        </a:p>
      </dgm:t>
    </dgm:pt>
    <dgm:pt modelId="{99207052-6862-4E29-ABFA-2DF5AFD11DD9}" type="pres">
      <dgm:prSet presAssocID="{DAF51508-E6F5-4E68-85B1-E5457FE8EC14}" presName="parentText" presStyleLbl="node1" presStyleIdx="1" presStyleCnt="7">
        <dgm:presLayoutVars>
          <dgm:chMax val="1"/>
          <dgm:bulletEnabled val="1"/>
        </dgm:presLayoutVars>
      </dgm:prSet>
      <dgm:spPr/>
      <dgm:t>
        <a:bodyPr/>
        <a:lstStyle/>
        <a:p>
          <a:endParaRPr lang="en-US"/>
        </a:p>
      </dgm:t>
    </dgm:pt>
    <dgm:pt modelId="{8FE42549-D7F4-409C-BB9A-F39AB3A2924F}" type="pres">
      <dgm:prSet presAssocID="{DAF51508-E6F5-4E68-85B1-E5457FE8EC14}" presName="descendantText" presStyleLbl="alignAccFollowNode1" presStyleIdx="1" presStyleCnt="7">
        <dgm:presLayoutVars>
          <dgm:bulletEnabled val="1"/>
        </dgm:presLayoutVars>
      </dgm:prSet>
      <dgm:spPr/>
      <dgm:t>
        <a:bodyPr/>
        <a:lstStyle/>
        <a:p>
          <a:endParaRPr lang="en-US"/>
        </a:p>
      </dgm:t>
    </dgm:pt>
    <dgm:pt modelId="{5668964C-6A9E-4F9B-A3D6-A91B670EA2C6}" type="pres">
      <dgm:prSet presAssocID="{3A5522DF-E11A-4932-9F73-A50087ABB334}" presName="sp" presStyleCnt="0"/>
      <dgm:spPr/>
      <dgm:t>
        <a:bodyPr/>
        <a:lstStyle/>
        <a:p>
          <a:endParaRPr lang="en-US"/>
        </a:p>
      </dgm:t>
    </dgm:pt>
    <dgm:pt modelId="{0F97C02E-F682-48BE-B061-BBCCF4FDE1B3}" type="pres">
      <dgm:prSet presAssocID="{F227CE28-99EE-4531-BBE4-D826A75315A0}" presName="linNode" presStyleCnt="0"/>
      <dgm:spPr/>
      <dgm:t>
        <a:bodyPr/>
        <a:lstStyle/>
        <a:p>
          <a:endParaRPr lang="en-US"/>
        </a:p>
      </dgm:t>
    </dgm:pt>
    <dgm:pt modelId="{669D5CB1-EF7D-4B2E-87B4-ADA62276685C}" type="pres">
      <dgm:prSet presAssocID="{F227CE28-99EE-4531-BBE4-D826A75315A0}" presName="parentText" presStyleLbl="node1" presStyleIdx="2" presStyleCnt="7">
        <dgm:presLayoutVars>
          <dgm:chMax val="1"/>
          <dgm:bulletEnabled val="1"/>
        </dgm:presLayoutVars>
      </dgm:prSet>
      <dgm:spPr/>
      <dgm:t>
        <a:bodyPr/>
        <a:lstStyle/>
        <a:p>
          <a:endParaRPr lang="en-US"/>
        </a:p>
      </dgm:t>
    </dgm:pt>
    <dgm:pt modelId="{55C3C7F7-D0D3-480C-B172-920861A692CF}" type="pres">
      <dgm:prSet presAssocID="{F227CE28-99EE-4531-BBE4-D826A75315A0}" presName="descendantText" presStyleLbl="alignAccFollowNode1" presStyleIdx="2" presStyleCnt="7">
        <dgm:presLayoutVars>
          <dgm:bulletEnabled val="1"/>
        </dgm:presLayoutVars>
      </dgm:prSet>
      <dgm:spPr/>
      <dgm:t>
        <a:bodyPr/>
        <a:lstStyle/>
        <a:p>
          <a:endParaRPr lang="en-US"/>
        </a:p>
      </dgm:t>
    </dgm:pt>
    <dgm:pt modelId="{F2874B3D-EEEB-44E4-8279-EC212FCBC1A4}" type="pres">
      <dgm:prSet presAssocID="{6AF07DAE-54D8-471B-803C-1F13A643D494}" presName="sp" presStyleCnt="0"/>
      <dgm:spPr/>
      <dgm:t>
        <a:bodyPr/>
        <a:lstStyle/>
        <a:p>
          <a:endParaRPr lang="en-US"/>
        </a:p>
      </dgm:t>
    </dgm:pt>
    <dgm:pt modelId="{7F988043-B5C9-4B4F-8AA2-B6096BAABAD1}" type="pres">
      <dgm:prSet presAssocID="{10A8DDA4-6B97-41F0-830C-036F980F1F25}" presName="linNode" presStyleCnt="0"/>
      <dgm:spPr/>
      <dgm:t>
        <a:bodyPr/>
        <a:lstStyle/>
        <a:p>
          <a:endParaRPr lang="en-US"/>
        </a:p>
      </dgm:t>
    </dgm:pt>
    <dgm:pt modelId="{AD687BC8-56AA-43E1-9204-4B6336241213}" type="pres">
      <dgm:prSet presAssocID="{10A8DDA4-6B97-41F0-830C-036F980F1F25}" presName="parentText" presStyleLbl="node1" presStyleIdx="3" presStyleCnt="7">
        <dgm:presLayoutVars>
          <dgm:chMax val="1"/>
          <dgm:bulletEnabled val="1"/>
        </dgm:presLayoutVars>
      </dgm:prSet>
      <dgm:spPr/>
      <dgm:t>
        <a:bodyPr/>
        <a:lstStyle/>
        <a:p>
          <a:endParaRPr lang="en-US"/>
        </a:p>
      </dgm:t>
    </dgm:pt>
    <dgm:pt modelId="{B407BFE4-AF79-416A-91CF-887F73D37BC2}" type="pres">
      <dgm:prSet presAssocID="{10A8DDA4-6B97-41F0-830C-036F980F1F25}" presName="descendantText" presStyleLbl="alignAccFollowNode1" presStyleIdx="3" presStyleCnt="7">
        <dgm:presLayoutVars>
          <dgm:bulletEnabled val="1"/>
        </dgm:presLayoutVars>
      </dgm:prSet>
      <dgm:spPr/>
      <dgm:t>
        <a:bodyPr/>
        <a:lstStyle/>
        <a:p>
          <a:endParaRPr lang="en-US"/>
        </a:p>
      </dgm:t>
    </dgm:pt>
    <dgm:pt modelId="{CF481068-F87D-4950-8A9F-259E96E75598}" type="pres">
      <dgm:prSet presAssocID="{27378BC8-FCC6-4598-BB24-3C32ED98DFB2}" presName="sp" presStyleCnt="0"/>
      <dgm:spPr/>
      <dgm:t>
        <a:bodyPr/>
        <a:lstStyle/>
        <a:p>
          <a:endParaRPr lang="en-US"/>
        </a:p>
      </dgm:t>
    </dgm:pt>
    <dgm:pt modelId="{2AD3EACF-C1E8-46BA-8C1C-4669184A33A4}" type="pres">
      <dgm:prSet presAssocID="{327966E0-6D42-4DD7-9AF2-7C24C419AE52}" presName="linNode" presStyleCnt="0"/>
      <dgm:spPr/>
      <dgm:t>
        <a:bodyPr/>
        <a:lstStyle/>
        <a:p>
          <a:endParaRPr lang="en-US"/>
        </a:p>
      </dgm:t>
    </dgm:pt>
    <dgm:pt modelId="{471E7A2B-BB78-4539-B318-E96239E76F44}" type="pres">
      <dgm:prSet presAssocID="{327966E0-6D42-4DD7-9AF2-7C24C419AE52}" presName="parentText" presStyleLbl="node1" presStyleIdx="4" presStyleCnt="7">
        <dgm:presLayoutVars>
          <dgm:chMax val="1"/>
          <dgm:bulletEnabled val="1"/>
        </dgm:presLayoutVars>
      </dgm:prSet>
      <dgm:spPr/>
      <dgm:t>
        <a:bodyPr/>
        <a:lstStyle/>
        <a:p>
          <a:endParaRPr lang="en-US"/>
        </a:p>
      </dgm:t>
    </dgm:pt>
    <dgm:pt modelId="{5EDDC500-0E63-441E-8DBF-90720A253B64}" type="pres">
      <dgm:prSet presAssocID="{327966E0-6D42-4DD7-9AF2-7C24C419AE52}" presName="descendantText" presStyleLbl="alignAccFollowNode1" presStyleIdx="4" presStyleCnt="7">
        <dgm:presLayoutVars>
          <dgm:bulletEnabled val="1"/>
        </dgm:presLayoutVars>
      </dgm:prSet>
      <dgm:spPr/>
      <dgm:t>
        <a:bodyPr/>
        <a:lstStyle/>
        <a:p>
          <a:endParaRPr lang="en-US"/>
        </a:p>
      </dgm:t>
    </dgm:pt>
    <dgm:pt modelId="{0269BD3D-3042-43EE-98F4-B4FCE4ABEA40}" type="pres">
      <dgm:prSet presAssocID="{B9C67B89-F440-4C63-94FA-3DB22083D351}" presName="sp" presStyleCnt="0"/>
      <dgm:spPr/>
      <dgm:t>
        <a:bodyPr/>
        <a:lstStyle/>
        <a:p>
          <a:endParaRPr lang="en-US"/>
        </a:p>
      </dgm:t>
    </dgm:pt>
    <dgm:pt modelId="{4B755BAC-58CD-4960-A366-012AA72BB4CB}" type="pres">
      <dgm:prSet presAssocID="{BE0A6930-CBCF-4955-98C7-4C5674575D72}" presName="linNode" presStyleCnt="0"/>
      <dgm:spPr/>
      <dgm:t>
        <a:bodyPr/>
        <a:lstStyle/>
        <a:p>
          <a:endParaRPr lang="en-US"/>
        </a:p>
      </dgm:t>
    </dgm:pt>
    <dgm:pt modelId="{8D6F3B33-6479-4D8A-81E4-3DD53658B4B2}" type="pres">
      <dgm:prSet presAssocID="{BE0A6930-CBCF-4955-98C7-4C5674575D72}" presName="parentText" presStyleLbl="node1" presStyleIdx="5" presStyleCnt="7">
        <dgm:presLayoutVars>
          <dgm:chMax val="1"/>
          <dgm:bulletEnabled val="1"/>
        </dgm:presLayoutVars>
      </dgm:prSet>
      <dgm:spPr/>
      <dgm:t>
        <a:bodyPr/>
        <a:lstStyle/>
        <a:p>
          <a:endParaRPr lang="en-US"/>
        </a:p>
      </dgm:t>
    </dgm:pt>
    <dgm:pt modelId="{12F8F439-BBFB-4A08-8151-F5EE259D2A81}" type="pres">
      <dgm:prSet presAssocID="{BE0A6930-CBCF-4955-98C7-4C5674575D72}" presName="descendantText" presStyleLbl="alignAccFollowNode1" presStyleIdx="5" presStyleCnt="7">
        <dgm:presLayoutVars>
          <dgm:bulletEnabled val="1"/>
        </dgm:presLayoutVars>
      </dgm:prSet>
      <dgm:spPr/>
      <dgm:t>
        <a:bodyPr/>
        <a:lstStyle/>
        <a:p>
          <a:endParaRPr lang="en-US"/>
        </a:p>
      </dgm:t>
    </dgm:pt>
    <dgm:pt modelId="{96A26559-75DA-45CF-9745-A941D0455295}" type="pres">
      <dgm:prSet presAssocID="{38F01052-8AA4-4FFA-8666-E01B60EB5260}" presName="sp" presStyleCnt="0"/>
      <dgm:spPr/>
      <dgm:t>
        <a:bodyPr/>
        <a:lstStyle/>
        <a:p>
          <a:endParaRPr lang="en-US"/>
        </a:p>
      </dgm:t>
    </dgm:pt>
    <dgm:pt modelId="{8FA36B83-30F4-40CC-A7E9-7F8865AFAF58}" type="pres">
      <dgm:prSet presAssocID="{EA8BB6F6-CBE2-4F22-B76D-72B310E1FD2E}" presName="linNode" presStyleCnt="0"/>
      <dgm:spPr/>
      <dgm:t>
        <a:bodyPr/>
        <a:lstStyle/>
        <a:p>
          <a:endParaRPr lang="en-US"/>
        </a:p>
      </dgm:t>
    </dgm:pt>
    <dgm:pt modelId="{E5CF8583-E724-4780-B61D-4519BAF47E36}" type="pres">
      <dgm:prSet presAssocID="{EA8BB6F6-CBE2-4F22-B76D-72B310E1FD2E}" presName="parentText" presStyleLbl="node1" presStyleIdx="6" presStyleCnt="7">
        <dgm:presLayoutVars>
          <dgm:chMax val="1"/>
          <dgm:bulletEnabled val="1"/>
        </dgm:presLayoutVars>
      </dgm:prSet>
      <dgm:spPr/>
      <dgm:t>
        <a:bodyPr/>
        <a:lstStyle/>
        <a:p>
          <a:endParaRPr lang="en-US"/>
        </a:p>
      </dgm:t>
    </dgm:pt>
    <dgm:pt modelId="{1661B362-8798-499D-97D5-FEE402D22E2E}" type="pres">
      <dgm:prSet presAssocID="{EA8BB6F6-CBE2-4F22-B76D-72B310E1FD2E}" presName="descendantText" presStyleLbl="alignAccFollowNode1" presStyleIdx="6" presStyleCnt="7">
        <dgm:presLayoutVars>
          <dgm:bulletEnabled val="1"/>
        </dgm:presLayoutVars>
      </dgm:prSet>
      <dgm:spPr/>
      <dgm:t>
        <a:bodyPr/>
        <a:lstStyle/>
        <a:p>
          <a:endParaRPr lang="en-US"/>
        </a:p>
      </dgm:t>
    </dgm:pt>
  </dgm:ptLst>
  <dgm:cxnLst>
    <dgm:cxn modelId="{BD29B6BC-50A0-4E59-BA49-1CBFFFC0F2EC}" type="presOf" srcId="{69155F46-0B55-4B95-834B-07919A371CD1}" destId="{55C3C7F7-D0D3-480C-B172-920861A692CF}" srcOrd="0" destOrd="0" presId="urn:microsoft.com/office/officeart/2005/8/layout/vList5"/>
    <dgm:cxn modelId="{806640AF-6017-4E35-858D-99439F3BE022}" srcId="{10A8DDA4-6B97-41F0-830C-036F980F1F25}" destId="{44C81567-38C9-4E2A-A5F8-F577E7B731B8}" srcOrd="0" destOrd="0" parTransId="{345C8BD9-82F4-4EF3-8EAC-CF460FA13B0C}" sibTransId="{8EDA5B6D-C43B-41F2-9DF1-900ACBD55EC9}"/>
    <dgm:cxn modelId="{0E53EEEE-3C3B-4902-BF4C-F30F65E41AFF}" srcId="{A340CCF0-5AE6-4CFB-AD34-25B0F55EEC7C}" destId="{DAF51508-E6F5-4E68-85B1-E5457FE8EC14}" srcOrd="1" destOrd="0" parTransId="{C4338DF6-6357-4B11-8350-6DE33555E285}" sibTransId="{3A5522DF-E11A-4932-9F73-A50087ABB334}"/>
    <dgm:cxn modelId="{AEE122C9-AE62-4829-B76B-D32627404F27}" srcId="{F227CE28-99EE-4531-BBE4-D826A75315A0}" destId="{69155F46-0B55-4B95-834B-07919A371CD1}" srcOrd="0" destOrd="0" parTransId="{22CF25C1-4981-43E3-87A0-E6F6C158564E}" sibTransId="{4706AC0B-E253-41CB-86F3-057345063ABC}"/>
    <dgm:cxn modelId="{E7842639-4D43-4E04-AF0A-AEAEACAD2042}" type="presOf" srcId="{EA8BB6F6-CBE2-4F22-B76D-72B310E1FD2E}" destId="{E5CF8583-E724-4780-B61D-4519BAF47E36}" srcOrd="0" destOrd="0" presId="urn:microsoft.com/office/officeart/2005/8/layout/vList5"/>
    <dgm:cxn modelId="{7766850C-5EC9-4AA0-B8B8-99814197A33F}" type="presOf" srcId="{76FE2376-AEF0-4C25-B8BD-C5F0F875B614}" destId="{8FE42549-D7F4-409C-BB9A-F39AB3A2924F}" srcOrd="0" destOrd="0" presId="urn:microsoft.com/office/officeart/2005/8/layout/vList5"/>
    <dgm:cxn modelId="{BA55DC41-8CEA-4040-8E26-4C3CF94F74C9}" type="presOf" srcId="{7E0C4C1C-544F-4A2C-9B9D-3BA765CEDAED}" destId="{8393AC7F-1592-4572-BACD-C9BCA50BE056}" srcOrd="0" destOrd="0" presId="urn:microsoft.com/office/officeart/2005/8/layout/vList5"/>
    <dgm:cxn modelId="{D1CF9490-2135-4E77-BABF-529DC9B9E06A}" type="presOf" srcId="{27186113-4FAC-42DD-BF7D-7991915726AB}" destId="{1661B362-8798-499D-97D5-FEE402D22E2E}"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4FEC7808-C8B0-4270-B198-8B740B5E00FD}" type="presOf" srcId="{A340CCF0-5AE6-4CFB-AD34-25B0F55EEC7C}" destId="{6D9C52E5-4CED-4377-8B27-77F79283120D}" srcOrd="0" destOrd="0" presId="urn:microsoft.com/office/officeart/2005/8/layout/vList5"/>
    <dgm:cxn modelId="{B9B3D37C-3A66-4BB2-A167-C744D59463D6}" srcId="{A340CCF0-5AE6-4CFB-AD34-25B0F55EEC7C}" destId="{BE0A6930-CBCF-4955-98C7-4C5674575D72}" srcOrd="5" destOrd="0" parTransId="{93CF2D00-64BF-4B00-8222-4091FAD9A877}" sibTransId="{38F01052-8AA4-4FFA-8666-E01B60EB5260}"/>
    <dgm:cxn modelId="{9A42C590-86E9-420B-8A89-72BA5F46CFAC}" type="presOf" srcId="{44C81567-38C9-4E2A-A5F8-F577E7B731B8}" destId="{B407BFE4-AF79-416A-91CF-887F73D37BC2}" srcOrd="0" destOrd="0" presId="urn:microsoft.com/office/officeart/2005/8/layout/vList5"/>
    <dgm:cxn modelId="{4C9FE255-D96C-4E45-8E51-264267AF9434}" type="presOf" srcId="{88ECBC31-E864-4C83-A746-D258AA8FC8B3}" destId="{12F8F439-BBFB-4A08-8151-F5EE259D2A81}" srcOrd="0" destOrd="0" presId="urn:microsoft.com/office/officeart/2005/8/layout/vList5"/>
    <dgm:cxn modelId="{4F32EFCC-6088-4DE8-85AC-5AF72AC5E81A}" srcId="{A340CCF0-5AE6-4CFB-AD34-25B0F55EEC7C}" destId="{10A8DDA4-6B97-41F0-830C-036F980F1F25}" srcOrd="3" destOrd="0" parTransId="{45092E9C-CF0F-4669-B2A8-0744E43590EC}" sibTransId="{27378BC8-FCC6-4598-BB24-3C32ED98DFB2}"/>
    <dgm:cxn modelId="{DA4AAB47-9657-4EC1-A8DC-CF211CD1DF4D}" srcId="{A340CCF0-5AE6-4CFB-AD34-25B0F55EEC7C}" destId="{F227CE28-99EE-4531-BBE4-D826A75315A0}" srcOrd="2" destOrd="0" parTransId="{E2EF5D2B-D0A5-4C30-8C69-17E304ED3993}" sibTransId="{6AF07DAE-54D8-471B-803C-1F13A643D494}"/>
    <dgm:cxn modelId="{AEF77757-C530-417E-BD8C-B0DA0F0A063D}" srcId="{A340CCF0-5AE6-4CFB-AD34-25B0F55EEC7C}" destId="{EA8BB6F6-CBE2-4F22-B76D-72B310E1FD2E}" srcOrd="6" destOrd="0" parTransId="{650A23F6-8CE5-4CEB-93B8-EEB2DA07C2ED}" sibTransId="{1741931F-9732-4A95-A4FD-FF3A159E34A3}"/>
    <dgm:cxn modelId="{E15AFC2F-0AB7-477A-8CAC-8F3A56FEEA79}" srcId="{B23F4277-E061-4A74-BDCF-3D4EBBBFC39A}" destId="{7E0C4C1C-544F-4A2C-9B9D-3BA765CEDAED}" srcOrd="0" destOrd="0" parTransId="{E4E194C5-D58B-4963-8403-0E29CC7C91C0}" sibTransId="{7E999C5D-E89B-4F7C-B5B1-35125D273C10}"/>
    <dgm:cxn modelId="{05B6346A-6266-4E90-9A9B-D001C2E185B4}" type="presOf" srcId="{F227CE28-99EE-4531-BBE4-D826A75315A0}" destId="{669D5CB1-EF7D-4B2E-87B4-ADA62276685C}" srcOrd="0" destOrd="0" presId="urn:microsoft.com/office/officeart/2005/8/layout/vList5"/>
    <dgm:cxn modelId="{3AF54992-3F2F-4C73-A292-E49CB6B996C8}" srcId="{BE0A6930-CBCF-4955-98C7-4C5674575D72}" destId="{88ECBC31-E864-4C83-A746-D258AA8FC8B3}" srcOrd="0" destOrd="0" parTransId="{9C0F4C14-E753-4B55-85AF-C6E142F35367}" sibTransId="{88750314-2B48-4FDB-B695-DE2B35AC26C0}"/>
    <dgm:cxn modelId="{D021F319-F0AD-48EE-AC47-B0535C039CF8}" type="presOf" srcId="{661D5167-F04A-4FF7-ADC1-D4268235EBD0}" destId="{5EDDC500-0E63-441E-8DBF-90720A253B64}" srcOrd="0" destOrd="0" presId="urn:microsoft.com/office/officeart/2005/8/layout/vList5"/>
    <dgm:cxn modelId="{E9894609-4BDA-4FAC-9F5F-5999F219F98F}" srcId="{327966E0-6D42-4DD7-9AF2-7C24C419AE52}" destId="{661D5167-F04A-4FF7-ADC1-D4268235EBD0}" srcOrd="0" destOrd="0" parTransId="{0A955E8C-BB8E-4F61-8208-8A4CB16862D5}" sibTransId="{EDE0370F-8054-470A-A456-1E022950A740}"/>
    <dgm:cxn modelId="{14FDF15D-778F-4144-B404-0C3BB1CD9F99}" type="presOf" srcId="{327966E0-6D42-4DD7-9AF2-7C24C419AE52}" destId="{471E7A2B-BB78-4539-B318-E96239E76F44}"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D0A1491E-DEAF-4D72-8576-F7D274463293}" type="presOf" srcId="{BE0A6930-CBCF-4955-98C7-4C5674575D72}" destId="{8D6F3B33-6479-4D8A-81E4-3DD53658B4B2}" srcOrd="0" destOrd="0" presId="urn:microsoft.com/office/officeart/2005/8/layout/vList5"/>
    <dgm:cxn modelId="{41A9AFEB-F1CD-451A-9B0C-3DF975000667}" type="presOf" srcId="{B23F4277-E061-4A74-BDCF-3D4EBBBFC39A}" destId="{8AA7D819-0A7A-4AC8-A0AF-83F126A06EC6}" srcOrd="0" destOrd="0" presId="urn:microsoft.com/office/officeart/2005/8/layout/vList5"/>
    <dgm:cxn modelId="{72E8BEB1-7616-4290-B835-CDBC7347A30C}" type="presOf" srcId="{10A8DDA4-6B97-41F0-830C-036F980F1F25}" destId="{AD687BC8-56AA-43E1-9204-4B6336241213}" srcOrd="0" destOrd="0" presId="urn:microsoft.com/office/officeart/2005/8/layout/vList5"/>
    <dgm:cxn modelId="{C780BD3F-27BB-43CB-8D88-DBB18DB95D0F}" type="presOf" srcId="{DAF51508-E6F5-4E68-85B1-E5457FE8EC14}" destId="{99207052-6862-4E29-ABFA-2DF5AFD11DD9}" srcOrd="0" destOrd="0" presId="urn:microsoft.com/office/officeart/2005/8/layout/vList5"/>
    <dgm:cxn modelId="{87470B3C-17A5-4D6D-8F7D-A9F14254BAFB}" srcId="{A340CCF0-5AE6-4CFB-AD34-25B0F55EEC7C}" destId="{327966E0-6D42-4DD7-9AF2-7C24C419AE52}" srcOrd="4" destOrd="0" parTransId="{8CED7BDA-F4F5-46EE-AD26-9729E87E1EDC}" sibTransId="{B9C67B89-F440-4C63-94FA-3DB22083D351}"/>
    <dgm:cxn modelId="{09255F83-02BA-42D8-B917-AB30682D24A8}" srcId="{EA8BB6F6-CBE2-4F22-B76D-72B310E1FD2E}" destId="{27186113-4FAC-42DD-BF7D-7991915726AB}" srcOrd="0" destOrd="0" parTransId="{04E59B5B-411B-4960-ACFC-BB6373447E1E}" sibTransId="{1DB0E71A-8C44-493E-AC06-11A20E53C309}"/>
    <dgm:cxn modelId="{94E3FBF8-8898-4D55-80B6-91CDBEB0B369}" type="presParOf" srcId="{6D9C52E5-4CED-4377-8B27-77F79283120D}" destId="{E67749D0-611B-4D0F-9FAE-6A4A54B6056F}" srcOrd="0" destOrd="0" presId="urn:microsoft.com/office/officeart/2005/8/layout/vList5"/>
    <dgm:cxn modelId="{A2BD9870-EC9A-497F-89DE-CE1BA2BB9B04}" type="presParOf" srcId="{E67749D0-611B-4D0F-9FAE-6A4A54B6056F}" destId="{8AA7D819-0A7A-4AC8-A0AF-83F126A06EC6}" srcOrd="0" destOrd="0" presId="urn:microsoft.com/office/officeart/2005/8/layout/vList5"/>
    <dgm:cxn modelId="{B7BAE601-770C-496F-A311-A28955D54E65}" type="presParOf" srcId="{E67749D0-611B-4D0F-9FAE-6A4A54B6056F}" destId="{8393AC7F-1592-4572-BACD-C9BCA50BE056}" srcOrd="1" destOrd="0" presId="urn:microsoft.com/office/officeart/2005/8/layout/vList5"/>
    <dgm:cxn modelId="{0A8C6822-8015-4028-B34F-C8FCF4F9236A}" type="presParOf" srcId="{6D9C52E5-4CED-4377-8B27-77F79283120D}" destId="{4FF59EA2-0953-4098-9BC6-BA7246852A2A}" srcOrd="1" destOrd="0" presId="urn:microsoft.com/office/officeart/2005/8/layout/vList5"/>
    <dgm:cxn modelId="{924192FD-4046-4AFE-8B09-B30317ABDFC0}" type="presParOf" srcId="{6D9C52E5-4CED-4377-8B27-77F79283120D}" destId="{554918A6-34B7-4120-A409-366A2F281DE6}" srcOrd="2" destOrd="0" presId="urn:microsoft.com/office/officeart/2005/8/layout/vList5"/>
    <dgm:cxn modelId="{932241AC-642D-4512-B9DB-241D5C05E528}" type="presParOf" srcId="{554918A6-34B7-4120-A409-366A2F281DE6}" destId="{99207052-6862-4E29-ABFA-2DF5AFD11DD9}" srcOrd="0" destOrd="0" presId="urn:microsoft.com/office/officeart/2005/8/layout/vList5"/>
    <dgm:cxn modelId="{A91F3AD6-4CD9-4C48-918B-D68D7BD88E0B}" type="presParOf" srcId="{554918A6-34B7-4120-A409-366A2F281DE6}" destId="{8FE42549-D7F4-409C-BB9A-F39AB3A2924F}" srcOrd="1" destOrd="0" presId="urn:microsoft.com/office/officeart/2005/8/layout/vList5"/>
    <dgm:cxn modelId="{D14218F5-BCC4-4E1D-8DF5-62C133C42E58}" type="presParOf" srcId="{6D9C52E5-4CED-4377-8B27-77F79283120D}" destId="{5668964C-6A9E-4F9B-A3D6-A91B670EA2C6}" srcOrd="3" destOrd="0" presId="urn:microsoft.com/office/officeart/2005/8/layout/vList5"/>
    <dgm:cxn modelId="{CCC2DAB5-35B0-400A-A02D-1DF0D62CFAE8}" type="presParOf" srcId="{6D9C52E5-4CED-4377-8B27-77F79283120D}" destId="{0F97C02E-F682-48BE-B061-BBCCF4FDE1B3}" srcOrd="4" destOrd="0" presId="urn:microsoft.com/office/officeart/2005/8/layout/vList5"/>
    <dgm:cxn modelId="{D982F894-868B-46FF-960C-F648C0F71F91}" type="presParOf" srcId="{0F97C02E-F682-48BE-B061-BBCCF4FDE1B3}" destId="{669D5CB1-EF7D-4B2E-87B4-ADA62276685C}" srcOrd="0" destOrd="0" presId="urn:microsoft.com/office/officeart/2005/8/layout/vList5"/>
    <dgm:cxn modelId="{8145611C-B09B-497A-8549-2CE085D4F7E0}" type="presParOf" srcId="{0F97C02E-F682-48BE-B061-BBCCF4FDE1B3}" destId="{55C3C7F7-D0D3-480C-B172-920861A692CF}" srcOrd="1" destOrd="0" presId="urn:microsoft.com/office/officeart/2005/8/layout/vList5"/>
    <dgm:cxn modelId="{D76927B3-0728-4538-A9E9-AE5A039E311D}" type="presParOf" srcId="{6D9C52E5-4CED-4377-8B27-77F79283120D}" destId="{F2874B3D-EEEB-44E4-8279-EC212FCBC1A4}" srcOrd="5" destOrd="0" presId="urn:microsoft.com/office/officeart/2005/8/layout/vList5"/>
    <dgm:cxn modelId="{48113D8D-508A-4D7C-B83E-4E424A475255}" type="presParOf" srcId="{6D9C52E5-4CED-4377-8B27-77F79283120D}" destId="{7F988043-B5C9-4B4F-8AA2-B6096BAABAD1}" srcOrd="6" destOrd="0" presId="urn:microsoft.com/office/officeart/2005/8/layout/vList5"/>
    <dgm:cxn modelId="{F170C371-639C-44D0-8754-F9842D3CDEB5}" type="presParOf" srcId="{7F988043-B5C9-4B4F-8AA2-B6096BAABAD1}" destId="{AD687BC8-56AA-43E1-9204-4B6336241213}" srcOrd="0" destOrd="0" presId="urn:microsoft.com/office/officeart/2005/8/layout/vList5"/>
    <dgm:cxn modelId="{9C43D36E-02EC-4EB6-9723-3887C5A5DF61}" type="presParOf" srcId="{7F988043-B5C9-4B4F-8AA2-B6096BAABAD1}" destId="{B407BFE4-AF79-416A-91CF-887F73D37BC2}" srcOrd="1" destOrd="0" presId="urn:microsoft.com/office/officeart/2005/8/layout/vList5"/>
    <dgm:cxn modelId="{62CD9D1C-3AD6-46F6-A901-D9E66C6DC64D}" type="presParOf" srcId="{6D9C52E5-4CED-4377-8B27-77F79283120D}" destId="{CF481068-F87D-4950-8A9F-259E96E75598}" srcOrd="7" destOrd="0" presId="urn:microsoft.com/office/officeart/2005/8/layout/vList5"/>
    <dgm:cxn modelId="{AA53BDDD-91D2-464E-9499-FA3FBA2AD42A}" type="presParOf" srcId="{6D9C52E5-4CED-4377-8B27-77F79283120D}" destId="{2AD3EACF-C1E8-46BA-8C1C-4669184A33A4}" srcOrd="8" destOrd="0" presId="urn:microsoft.com/office/officeart/2005/8/layout/vList5"/>
    <dgm:cxn modelId="{5619D5BD-A7F8-498D-A701-8941B5E86B61}" type="presParOf" srcId="{2AD3EACF-C1E8-46BA-8C1C-4669184A33A4}" destId="{471E7A2B-BB78-4539-B318-E96239E76F44}" srcOrd="0" destOrd="0" presId="urn:microsoft.com/office/officeart/2005/8/layout/vList5"/>
    <dgm:cxn modelId="{D88F8C64-187B-4743-83AB-AAF9AC209189}" type="presParOf" srcId="{2AD3EACF-C1E8-46BA-8C1C-4669184A33A4}" destId="{5EDDC500-0E63-441E-8DBF-90720A253B64}" srcOrd="1" destOrd="0" presId="urn:microsoft.com/office/officeart/2005/8/layout/vList5"/>
    <dgm:cxn modelId="{59306694-8CB7-4CBE-B866-2441112FEAA6}" type="presParOf" srcId="{6D9C52E5-4CED-4377-8B27-77F79283120D}" destId="{0269BD3D-3042-43EE-98F4-B4FCE4ABEA40}" srcOrd="9" destOrd="0" presId="urn:microsoft.com/office/officeart/2005/8/layout/vList5"/>
    <dgm:cxn modelId="{28FF94B6-224A-4EA0-81F5-1854561DE28A}" type="presParOf" srcId="{6D9C52E5-4CED-4377-8B27-77F79283120D}" destId="{4B755BAC-58CD-4960-A366-012AA72BB4CB}" srcOrd="10" destOrd="0" presId="urn:microsoft.com/office/officeart/2005/8/layout/vList5"/>
    <dgm:cxn modelId="{6AF9FF4C-5A73-499E-902B-A3DB6E4DAD13}" type="presParOf" srcId="{4B755BAC-58CD-4960-A366-012AA72BB4CB}" destId="{8D6F3B33-6479-4D8A-81E4-3DD53658B4B2}" srcOrd="0" destOrd="0" presId="urn:microsoft.com/office/officeart/2005/8/layout/vList5"/>
    <dgm:cxn modelId="{375F18BC-7914-4361-886F-EDE961F48E29}" type="presParOf" srcId="{4B755BAC-58CD-4960-A366-012AA72BB4CB}" destId="{12F8F439-BBFB-4A08-8151-F5EE259D2A81}" srcOrd="1" destOrd="0" presId="urn:microsoft.com/office/officeart/2005/8/layout/vList5"/>
    <dgm:cxn modelId="{BBA85A05-87EF-40C0-B3BF-DC58035B26F3}" type="presParOf" srcId="{6D9C52E5-4CED-4377-8B27-77F79283120D}" destId="{96A26559-75DA-45CF-9745-A941D0455295}" srcOrd="11" destOrd="0" presId="urn:microsoft.com/office/officeart/2005/8/layout/vList5"/>
    <dgm:cxn modelId="{DC55CC27-2473-48F4-993D-81D5BDAE2931}" type="presParOf" srcId="{6D9C52E5-4CED-4377-8B27-77F79283120D}" destId="{8FA36B83-30F4-40CC-A7E9-7F8865AFAF58}" srcOrd="12" destOrd="0" presId="urn:microsoft.com/office/officeart/2005/8/layout/vList5"/>
    <dgm:cxn modelId="{DEDEE9B7-AD97-4134-BCC1-73B00A953FF6}" type="presParOf" srcId="{8FA36B83-30F4-40CC-A7E9-7F8865AFAF58}" destId="{E5CF8583-E724-4780-B61D-4519BAF47E36}" srcOrd="0" destOrd="0" presId="urn:microsoft.com/office/officeart/2005/8/layout/vList5"/>
    <dgm:cxn modelId="{D21F3B38-BA00-4E96-AB50-D4A77FA79201}" type="presParOf" srcId="{8FA36B83-30F4-40CC-A7E9-7F8865AFAF58}" destId="{1661B362-8798-499D-97D5-FEE402D22E2E}"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400" smtClean="0">
              <a:latin typeface="+mj-lt"/>
            </a:rPr>
            <a:t>Security incident response process, </a:t>
          </a:r>
        </a:p>
        <a:p>
          <a:r>
            <a:rPr lang="en-US" sz="2400" smtClean="0">
              <a:latin typeface="+mj-lt"/>
            </a:rPr>
            <a:t>initiated by ……..</a:t>
          </a:r>
          <a:endParaRPr lang="en-US" sz="24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2400" smtClean="0">
              <a:latin typeface="+mj-lt"/>
            </a:rPr>
            <a:t>Personal data breach management process,</a:t>
          </a:r>
        </a:p>
        <a:p>
          <a:r>
            <a:rPr lang="en-US" sz="2400" smtClean="0">
              <a:latin typeface="+mj-lt"/>
            </a:rPr>
            <a:t>initiated by ……..</a:t>
          </a:r>
          <a:endParaRPr lang="en-US" sz="2400" dirty="0">
            <a:latin typeface="+mj-lt"/>
          </a:endParaRPr>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C606007D-15B2-4FC3-833B-6D2C4B73A29F}">
      <dgm:prSet phldrT="[Text]" custT="1"/>
      <dgm:spPr/>
      <dgm:t>
        <a:bodyPr/>
        <a:lstStyle/>
        <a:p>
          <a:r>
            <a:rPr lang="en-US" sz="3600" smtClean="0"/>
            <a:t>B</a:t>
          </a:r>
          <a:endParaRPr lang="en-US" sz="3600" dirty="0"/>
        </a:p>
      </dgm:t>
    </dgm:pt>
    <dgm:pt modelId="{C16FCBA5-CBBB-49CD-93CD-0E86D5FA875D}" type="parTrans" cxnId="{CF6904CA-BB1E-4E82-B211-C7A1552AA6D1}">
      <dgm:prSet/>
      <dgm:spPr/>
      <dgm:t>
        <a:bodyPr/>
        <a:lstStyle/>
        <a:p>
          <a:endParaRPr lang="en-US" sz="1600"/>
        </a:p>
      </dgm:t>
    </dgm:pt>
    <dgm:pt modelId="{9DC6B7CD-4EE2-4531-AD11-1E309098591F}" type="sibTrans" cxnId="{CF6904CA-BB1E-4E82-B211-C7A1552AA6D1}">
      <dgm:prSet/>
      <dgm:spPr/>
      <dgm:t>
        <a:bodyPr/>
        <a:lstStyle/>
        <a:p>
          <a:endParaRPr lang="en-US" sz="1600"/>
        </a:p>
      </dgm:t>
    </dgm:pt>
    <dgm:pt modelId="{EC77DE72-DA89-4592-988D-04802EC92660}">
      <dgm:prSet phldrT="[Text]" custT="1"/>
      <dgm:spPr/>
      <dgm:t>
        <a:bodyPr/>
        <a:lstStyle/>
        <a:p>
          <a:r>
            <a:rPr lang="en-US" sz="3600" smtClean="0"/>
            <a:t>C</a:t>
          </a:r>
          <a:endParaRPr lang="en-US" sz="3600" dirty="0"/>
        </a:p>
      </dgm:t>
    </dgm:pt>
    <dgm:pt modelId="{DB059640-8DB8-4026-AD7E-8F86A797A87E}" type="parTrans" cxnId="{639380FD-74BE-4D7F-8479-170AD1A79ABC}">
      <dgm:prSet/>
      <dgm:spPr/>
      <dgm:t>
        <a:bodyPr/>
        <a:lstStyle/>
        <a:p>
          <a:endParaRPr lang="en-US" sz="1600"/>
        </a:p>
      </dgm:t>
    </dgm:pt>
    <dgm:pt modelId="{3ABE218A-4882-4F0E-BEAF-249FD498C9E6}" type="sibTrans" cxnId="{639380FD-74BE-4D7F-8479-170AD1A79ABC}">
      <dgm:prSet/>
      <dgm:spPr/>
      <dgm:t>
        <a:bodyPr/>
        <a:lstStyle/>
        <a:p>
          <a:endParaRPr lang="en-US" sz="1600"/>
        </a:p>
      </dgm:t>
    </dgm:pt>
    <dgm:pt modelId="{9F11D1E4-1DFA-4DEE-80C6-1BF71D768BF3}">
      <dgm:prSet phldrT="[Text]" custT="1"/>
      <dgm:spPr/>
      <dgm:t>
        <a:bodyPr/>
        <a:lstStyle/>
        <a:p>
          <a:r>
            <a:rPr lang="en-US" sz="2400" smtClean="0">
              <a:latin typeface="+mj-lt"/>
            </a:rPr>
            <a:t>Other,</a:t>
          </a:r>
        </a:p>
        <a:p>
          <a:r>
            <a:rPr lang="en-US" sz="2400" smtClean="0">
              <a:latin typeface="+mj-lt"/>
            </a:rPr>
            <a:t>initiated by .....</a:t>
          </a:r>
          <a:endParaRPr lang="en-US" sz="2400" dirty="0">
            <a:latin typeface="+mj-lt"/>
          </a:endParaRPr>
        </a:p>
      </dgm:t>
    </dgm:pt>
    <dgm:pt modelId="{4F495345-9229-4813-A211-DC5F0B33794E}" type="parTrans" cxnId="{E0E8CA68-5F0F-478B-BD08-8E75B85A442E}">
      <dgm:prSet/>
      <dgm:spPr/>
      <dgm:t>
        <a:bodyPr/>
        <a:lstStyle/>
        <a:p>
          <a:endParaRPr lang="en-US" sz="1600"/>
        </a:p>
      </dgm:t>
    </dgm:pt>
    <dgm:pt modelId="{EE9D1E37-AA0F-41AC-B1B3-4A560B773A64}" type="sibTrans" cxnId="{E0E8CA68-5F0F-478B-BD08-8E75B85A442E}">
      <dgm:prSet/>
      <dgm:spPr/>
      <dgm:t>
        <a:bodyPr/>
        <a:lstStyle/>
        <a:p>
          <a:endParaRPr lang="en-US" sz="1600"/>
        </a:p>
      </dgm:t>
    </dgm:pt>
    <dgm:pt modelId="{1807BA66-59A9-4063-A16C-4E6FEC8057B3}" type="pres">
      <dgm:prSet presAssocID="{A340CCF0-5AE6-4CFB-AD34-25B0F55EEC7C}" presName="Name0" presStyleCnt="0">
        <dgm:presLayoutVars>
          <dgm:dir/>
          <dgm:animLvl val="lvl"/>
          <dgm:resizeHandles val="exact"/>
        </dgm:presLayoutVars>
      </dgm:prSet>
      <dgm:spPr/>
      <dgm:t>
        <a:bodyPr/>
        <a:lstStyle/>
        <a:p>
          <a:endParaRPr lang="en-US"/>
        </a:p>
      </dgm:t>
    </dgm:pt>
    <dgm:pt modelId="{866F2F7F-7E4C-423E-839D-BC7105575440}" type="pres">
      <dgm:prSet presAssocID="{B23F4277-E061-4A74-BDCF-3D4EBBBFC39A}" presName="linNode" presStyleCnt="0"/>
      <dgm:spPr/>
      <dgm:t>
        <a:bodyPr/>
        <a:lstStyle/>
        <a:p>
          <a:endParaRPr lang="en-US"/>
        </a:p>
      </dgm:t>
    </dgm:pt>
    <dgm:pt modelId="{E7807F9C-479B-4963-96B5-CE749823589B}" type="pres">
      <dgm:prSet presAssocID="{B23F4277-E061-4A74-BDCF-3D4EBBBFC39A}" presName="parentText" presStyleLbl="node1" presStyleIdx="0" presStyleCnt="3">
        <dgm:presLayoutVars>
          <dgm:chMax val="1"/>
          <dgm:bulletEnabled val="1"/>
        </dgm:presLayoutVars>
      </dgm:prSet>
      <dgm:spPr/>
      <dgm:t>
        <a:bodyPr/>
        <a:lstStyle/>
        <a:p>
          <a:endParaRPr lang="en-US"/>
        </a:p>
      </dgm:t>
    </dgm:pt>
    <dgm:pt modelId="{77CDEB0A-1E35-470A-9383-5D52229FD191}" type="pres">
      <dgm:prSet presAssocID="{B23F4277-E061-4A74-BDCF-3D4EBBBFC39A}" presName="descendantText" presStyleLbl="alignAccFollowNode1" presStyleIdx="0" presStyleCnt="3">
        <dgm:presLayoutVars>
          <dgm:bulletEnabled val="1"/>
        </dgm:presLayoutVars>
      </dgm:prSet>
      <dgm:spPr/>
      <dgm:t>
        <a:bodyPr/>
        <a:lstStyle/>
        <a:p>
          <a:endParaRPr lang="en-US"/>
        </a:p>
      </dgm:t>
    </dgm:pt>
    <dgm:pt modelId="{C60E1A1D-6734-4956-B58F-D39698C477A2}" type="pres">
      <dgm:prSet presAssocID="{7AEE54A7-8EED-4C56-9748-F29758B84073}" presName="sp" presStyleCnt="0"/>
      <dgm:spPr/>
      <dgm:t>
        <a:bodyPr/>
        <a:lstStyle/>
        <a:p>
          <a:endParaRPr lang="en-US"/>
        </a:p>
      </dgm:t>
    </dgm:pt>
    <dgm:pt modelId="{94A9C869-970F-45CC-8C63-3C2AC464172B}" type="pres">
      <dgm:prSet presAssocID="{C606007D-15B2-4FC3-833B-6D2C4B73A29F}" presName="linNode" presStyleCnt="0"/>
      <dgm:spPr/>
      <dgm:t>
        <a:bodyPr/>
        <a:lstStyle/>
        <a:p>
          <a:endParaRPr lang="en-US"/>
        </a:p>
      </dgm:t>
    </dgm:pt>
    <dgm:pt modelId="{D14CDC93-05D7-446B-9F1F-92FF98AEC58A}" type="pres">
      <dgm:prSet presAssocID="{C606007D-15B2-4FC3-833B-6D2C4B73A29F}" presName="parentText" presStyleLbl="node1" presStyleIdx="1" presStyleCnt="3">
        <dgm:presLayoutVars>
          <dgm:chMax val="1"/>
          <dgm:bulletEnabled val="1"/>
        </dgm:presLayoutVars>
      </dgm:prSet>
      <dgm:spPr/>
      <dgm:t>
        <a:bodyPr/>
        <a:lstStyle/>
        <a:p>
          <a:endParaRPr lang="en-US"/>
        </a:p>
      </dgm:t>
    </dgm:pt>
    <dgm:pt modelId="{361171D6-1B82-494C-889F-BF8A8D49278F}" type="pres">
      <dgm:prSet presAssocID="{C606007D-15B2-4FC3-833B-6D2C4B73A29F}" presName="descendantText" presStyleLbl="alignAccFollowNode1" presStyleIdx="1" presStyleCnt="3">
        <dgm:presLayoutVars>
          <dgm:bulletEnabled val="1"/>
        </dgm:presLayoutVars>
      </dgm:prSet>
      <dgm:spPr/>
      <dgm:t>
        <a:bodyPr/>
        <a:lstStyle/>
        <a:p>
          <a:endParaRPr lang="en-US"/>
        </a:p>
      </dgm:t>
    </dgm:pt>
    <dgm:pt modelId="{1F1DBAC9-5917-4977-87B6-C5FE8007AAC3}" type="pres">
      <dgm:prSet presAssocID="{9DC6B7CD-4EE2-4531-AD11-1E309098591F}" presName="sp" presStyleCnt="0"/>
      <dgm:spPr/>
      <dgm:t>
        <a:bodyPr/>
        <a:lstStyle/>
        <a:p>
          <a:endParaRPr lang="en-US"/>
        </a:p>
      </dgm:t>
    </dgm:pt>
    <dgm:pt modelId="{809353C3-2585-4AAB-92BB-AA3BE4B56742}" type="pres">
      <dgm:prSet presAssocID="{EC77DE72-DA89-4592-988D-04802EC92660}" presName="linNode" presStyleCnt="0"/>
      <dgm:spPr/>
      <dgm:t>
        <a:bodyPr/>
        <a:lstStyle/>
        <a:p>
          <a:endParaRPr lang="en-US"/>
        </a:p>
      </dgm:t>
    </dgm:pt>
    <dgm:pt modelId="{F96EA925-B3A1-4043-8E2F-11C43C637AFE}" type="pres">
      <dgm:prSet presAssocID="{EC77DE72-DA89-4592-988D-04802EC92660}" presName="parentText" presStyleLbl="node1" presStyleIdx="2" presStyleCnt="3">
        <dgm:presLayoutVars>
          <dgm:chMax val="1"/>
          <dgm:bulletEnabled val="1"/>
        </dgm:presLayoutVars>
      </dgm:prSet>
      <dgm:spPr/>
      <dgm:t>
        <a:bodyPr/>
        <a:lstStyle/>
        <a:p>
          <a:endParaRPr lang="en-US"/>
        </a:p>
      </dgm:t>
    </dgm:pt>
    <dgm:pt modelId="{138EA5AA-BBB8-4AC0-85B6-25F0F15C6EDD}" type="pres">
      <dgm:prSet presAssocID="{EC77DE72-DA89-4592-988D-04802EC92660}" presName="descendantText" presStyleLbl="alignAccFollowNode1" presStyleIdx="2" presStyleCnt="3">
        <dgm:presLayoutVars>
          <dgm:bulletEnabled val="1"/>
        </dgm:presLayoutVars>
      </dgm:prSet>
      <dgm:spPr/>
      <dgm:t>
        <a:bodyPr/>
        <a:lstStyle/>
        <a:p>
          <a:endParaRPr lang="en-US"/>
        </a:p>
      </dgm:t>
    </dgm:pt>
  </dgm:ptLst>
  <dgm:cxnLst>
    <dgm:cxn modelId="{E0E8CA68-5F0F-478B-BD08-8E75B85A442E}" srcId="{EC77DE72-DA89-4592-988D-04802EC92660}" destId="{9F11D1E4-1DFA-4DEE-80C6-1BF71D768BF3}" srcOrd="0" destOrd="0" parTransId="{4F495345-9229-4813-A211-DC5F0B33794E}" sibTransId="{EE9D1E37-AA0F-41AC-B1B3-4A560B773A64}"/>
    <dgm:cxn modelId="{0E53EEEE-3C3B-4902-BF4C-F30F65E41AFF}" srcId="{C606007D-15B2-4FC3-833B-6D2C4B73A29F}" destId="{DAF51508-E6F5-4E68-85B1-E5457FE8EC14}" srcOrd="0" destOrd="0" parTransId="{C4338DF6-6357-4B11-8350-6DE33555E285}" sibTransId="{3A5522DF-E11A-4932-9F73-A50087ABB334}"/>
    <dgm:cxn modelId="{C61DDCCB-5730-4EC5-8F40-7AA9B3172406}" type="presOf" srcId="{A340CCF0-5AE6-4CFB-AD34-25B0F55EEC7C}" destId="{1807BA66-59A9-4063-A16C-4E6FEC8057B3}" srcOrd="0" destOrd="0" presId="urn:microsoft.com/office/officeart/2005/8/layout/vList5"/>
    <dgm:cxn modelId="{995F2B9C-AB42-44A4-8EDE-AB092E84A1C7}" type="presOf" srcId="{7E0C4C1C-544F-4A2C-9B9D-3BA765CEDAED}" destId="{77CDEB0A-1E35-470A-9383-5D52229FD191}" srcOrd="0" destOrd="0" presId="urn:microsoft.com/office/officeart/2005/8/layout/vList5"/>
    <dgm:cxn modelId="{CF6904CA-BB1E-4E82-B211-C7A1552AA6D1}" srcId="{A340CCF0-5AE6-4CFB-AD34-25B0F55EEC7C}" destId="{C606007D-15B2-4FC3-833B-6D2C4B73A29F}" srcOrd="1" destOrd="0" parTransId="{C16FCBA5-CBBB-49CD-93CD-0E86D5FA875D}" sibTransId="{9DC6B7CD-4EE2-4531-AD11-1E309098591F}"/>
    <dgm:cxn modelId="{8E6BBC6E-F381-4A69-91DF-1D336CB4F410}" type="presOf" srcId="{DAF51508-E6F5-4E68-85B1-E5457FE8EC14}" destId="{361171D6-1B82-494C-889F-BF8A8D49278F}" srcOrd="0" destOrd="0" presId="urn:microsoft.com/office/officeart/2005/8/layout/vList5"/>
    <dgm:cxn modelId="{CEE5494B-B38E-44B7-8529-8F92622F5806}" type="presOf" srcId="{9F11D1E4-1DFA-4DEE-80C6-1BF71D768BF3}" destId="{138EA5AA-BBB8-4AC0-85B6-25F0F15C6EDD}" srcOrd="0" destOrd="0" presId="urn:microsoft.com/office/officeart/2005/8/layout/vList5"/>
    <dgm:cxn modelId="{03A89CC1-7C9D-4CAB-9959-52D7EF3D1ED7}" type="presOf" srcId="{B23F4277-E061-4A74-BDCF-3D4EBBBFC39A}" destId="{E7807F9C-479B-4963-96B5-CE749823589B}" srcOrd="0" destOrd="0" presId="urn:microsoft.com/office/officeart/2005/8/layout/vList5"/>
    <dgm:cxn modelId="{AA922AA6-2F22-44F0-B2AB-5C4EF1022D6A}" type="presOf" srcId="{EC77DE72-DA89-4592-988D-04802EC92660}" destId="{F96EA925-B3A1-4043-8E2F-11C43C637AFE}"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63687A7F-5FED-4A91-854C-2833ECED8871}" type="presOf" srcId="{C606007D-15B2-4FC3-833B-6D2C4B73A29F}" destId="{D14CDC93-05D7-446B-9F1F-92FF98AEC58A}"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639380FD-74BE-4D7F-8479-170AD1A79ABC}" srcId="{A340CCF0-5AE6-4CFB-AD34-25B0F55EEC7C}" destId="{EC77DE72-DA89-4592-988D-04802EC92660}" srcOrd="2" destOrd="0" parTransId="{DB059640-8DB8-4026-AD7E-8F86A797A87E}" sibTransId="{3ABE218A-4882-4F0E-BEAF-249FD498C9E6}"/>
    <dgm:cxn modelId="{2D44347D-04FC-43EA-9B5F-217072487676}" type="presParOf" srcId="{1807BA66-59A9-4063-A16C-4E6FEC8057B3}" destId="{866F2F7F-7E4C-423E-839D-BC7105575440}" srcOrd="0" destOrd="0" presId="urn:microsoft.com/office/officeart/2005/8/layout/vList5"/>
    <dgm:cxn modelId="{799093E0-37F5-4B37-A296-3A1C3A513708}" type="presParOf" srcId="{866F2F7F-7E4C-423E-839D-BC7105575440}" destId="{E7807F9C-479B-4963-96B5-CE749823589B}" srcOrd="0" destOrd="0" presId="urn:microsoft.com/office/officeart/2005/8/layout/vList5"/>
    <dgm:cxn modelId="{9468BEFD-C0E1-4A6F-94F5-2A975EB09B0D}" type="presParOf" srcId="{866F2F7F-7E4C-423E-839D-BC7105575440}" destId="{77CDEB0A-1E35-470A-9383-5D52229FD191}" srcOrd="1" destOrd="0" presId="urn:microsoft.com/office/officeart/2005/8/layout/vList5"/>
    <dgm:cxn modelId="{B92BBB9B-69C1-46F2-8586-D53E5F95A927}" type="presParOf" srcId="{1807BA66-59A9-4063-A16C-4E6FEC8057B3}" destId="{C60E1A1D-6734-4956-B58F-D39698C477A2}" srcOrd="1" destOrd="0" presId="urn:microsoft.com/office/officeart/2005/8/layout/vList5"/>
    <dgm:cxn modelId="{958B68E2-6578-42F3-B01F-96A1E0D8AE91}" type="presParOf" srcId="{1807BA66-59A9-4063-A16C-4E6FEC8057B3}" destId="{94A9C869-970F-45CC-8C63-3C2AC464172B}" srcOrd="2" destOrd="0" presId="urn:microsoft.com/office/officeart/2005/8/layout/vList5"/>
    <dgm:cxn modelId="{9AC27D0E-207B-43A9-A5AE-F8DB74EE5186}" type="presParOf" srcId="{94A9C869-970F-45CC-8C63-3C2AC464172B}" destId="{D14CDC93-05D7-446B-9F1F-92FF98AEC58A}" srcOrd="0" destOrd="0" presId="urn:microsoft.com/office/officeart/2005/8/layout/vList5"/>
    <dgm:cxn modelId="{E6B6D87F-6F9E-4068-80F7-C700AE740F2D}" type="presParOf" srcId="{94A9C869-970F-45CC-8C63-3C2AC464172B}" destId="{361171D6-1B82-494C-889F-BF8A8D49278F}" srcOrd="1" destOrd="0" presId="urn:microsoft.com/office/officeart/2005/8/layout/vList5"/>
    <dgm:cxn modelId="{61003431-9C4D-4DFB-A1E8-C6D18FE9CC5B}" type="presParOf" srcId="{1807BA66-59A9-4063-A16C-4E6FEC8057B3}" destId="{1F1DBAC9-5917-4977-87B6-C5FE8007AAC3}" srcOrd="3" destOrd="0" presId="urn:microsoft.com/office/officeart/2005/8/layout/vList5"/>
    <dgm:cxn modelId="{E322848E-B79C-4A3A-9987-6CB269DAA1C6}" type="presParOf" srcId="{1807BA66-59A9-4063-A16C-4E6FEC8057B3}" destId="{809353C3-2585-4AAB-92BB-AA3BE4B56742}" srcOrd="4" destOrd="0" presId="urn:microsoft.com/office/officeart/2005/8/layout/vList5"/>
    <dgm:cxn modelId="{76DCF8D4-98D9-4E92-A4AF-05E32B4F9AA9}" type="presParOf" srcId="{809353C3-2585-4AAB-92BB-AA3BE4B56742}" destId="{F96EA925-B3A1-4043-8E2F-11C43C637AFE}" srcOrd="0" destOrd="0" presId="urn:microsoft.com/office/officeart/2005/8/layout/vList5"/>
    <dgm:cxn modelId="{1B54A939-F0C9-4C9D-BA15-1AD4F6DB79D9}" type="presParOf" srcId="{809353C3-2585-4AAB-92BB-AA3BE4B56742}" destId="{138EA5AA-BBB8-4AC0-85B6-25F0F15C6EDD}"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400" smtClean="0">
              <a:latin typeface="+mj-lt"/>
            </a:rPr>
            <a:t>Yes</a:t>
          </a:r>
          <a:endParaRPr lang="en-US" sz="24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400" smtClean="0">
              <a:latin typeface="+mj-lt"/>
            </a:rPr>
            <a:t>Not yet, further analysis needs to be performed</a:t>
          </a:r>
          <a:endParaRPr lang="en-US" sz="24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3600" smtClean="0"/>
            <a:t>C</a:t>
          </a:r>
          <a:endParaRPr lang="en-US" sz="3600" dirty="0"/>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400" smtClean="0">
              <a:latin typeface="+mj-lt"/>
            </a:rPr>
            <a:t>No</a:t>
          </a:r>
          <a:endParaRPr lang="en-US" sz="24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21616863-0218-4127-B674-F4F98EBBBB06}" type="pres">
      <dgm:prSet presAssocID="{A340CCF0-5AE6-4CFB-AD34-25B0F55EEC7C}" presName="Name0" presStyleCnt="0">
        <dgm:presLayoutVars>
          <dgm:dir/>
          <dgm:animLvl val="lvl"/>
          <dgm:resizeHandles val="exact"/>
        </dgm:presLayoutVars>
      </dgm:prSet>
      <dgm:spPr/>
      <dgm:t>
        <a:bodyPr/>
        <a:lstStyle/>
        <a:p>
          <a:endParaRPr lang="en-US"/>
        </a:p>
      </dgm:t>
    </dgm:pt>
    <dgm:pt modelId="{A875CAF9-6E4D-4973-8C9B-79FD166B3659}" type="pres">
      <dgm:prSet presAssocID="{B23F4277-E061-4A74-BDCF-3D4EBBBFC39A}" presName="linNode" presStyleCnt="0"/>
      <dgm:spPr/>
      <dgm:t>
        <a:bodyPr/>
        <a:lstStyle/>
        <a:p>
          <a:endParaRPr lang="en-US"/>
        </a:p>
      </dgm:t>
    </dgm:pt>
    <dgm:pt modelId="{81080DCF-228E-4AF1-A0C0-812478B95872}" type="pres">
      <dgm:prSet presAssocID="{B23F4277-E061-4A74-BDCF-3D4EBBBFC39A}" presName="parentText" presStyleLbl="node1" presStyleIdx="0" presStyleCnt="3">
        <dgm:presLayoutVars>
          <dgm:chMax val="1"/>
          <dgm:bulletEnabled val="1"/>
        </dgm:presLayoutVars>
      </dgm:prSet>
      <dgm:spPr/>
      <dgm:t>
        <a:bodyPr/>
        <a:lstStyle/>
        <a:p>
          <a:endParaRPr lang="en-US"/>
        </a:p>
      </dgm:t>
    </dgm:pt>
    <dgm:pt modelId="{069D3D92-A6E0-410C-B4CF-29B4DE84FE67}" type="pres">
      <dgm:prSet presAssocID="{B23F4277-E061-4A74-BDCF-3D4EBBBFC39A}" presName="descendantText" presStyleLbl="alignAccFollowNode1" presStyleIdx="0" presStyleCnt="3">
        <dgm:presLayoutVars>
          <dgm:bulletEnabled val="1"/>
        </dgm:presLayoutVars>
      </dgm:prSet>
      <dgm:spPr/>
      <dgm:t>
        <a:bodyPr/>
        <a:lstStyle/>
        <a:p>
          <a:endParaRPr lang="en-US"/>
        </a:p>
      </dgm:t>
    </dgm:pt>
    <dgm:pt modelId="{C4BC1E0E-A6DD-4C51-8D5C-FF30F1B0FD98}" type="pres">
      <dgm:prSet presAssocID="{7AEE54A7-8EED-4C56-9748-F29758B84073}" presName="sp" presStyleCnt="0"/>
      <dgm:spPr/>
      <dgm:t>
        <a:bodyPr/>
        <a:lstStyle/>
        <a:p>
          <a:endParaRPr lang="en-US"/>
        </a:p>
      </dgm:t>
    </dgm:pt>
    <dgm:pt modelId="{F94D8C79-FE1F-44C7-9E03-30D28B03EE21}" type="pres">
      <dgm:prSet presAssocID="{DAF51508-E6F5-4E68-85B1-E5457FE8EC14}" presName="linNode" presStyleCnt="0"/>
      <dgm:spPr/>
      <dgm:t>
        <a:bodyPr/>
        <a:lstStyle/>
        <a:p>
          <a:endParaRPr lang="en-US"/>
        </a:p>
      </dgm:t>
    </dgm:pt>
    <dgm:pt modelId="{2CAA847B-A08C-45D9-993B-0A463A2D674D}" type="pres">
      <dgm:prSet presAssocID="{DAF51508-E6F5-4E68-85B1-E5457FE8EC14}" presName="parentText" presStyleLbl="node1" presStyleIdx="1" presStyleCnt="3">
        <dgm:presLayoutVars>
          <dgm:chMax val="1"/>
          <dgm:bulletEnabled val="1"/>
        </dgm:presLayoutVars>
      </dgm:prSet>
      <dgm:spPr/>
      <dgm:t>
        <a:bodyPr/>
        <a:lstStyle/>
        <a:p>
          <a:endParaRPr lang="en-US"/>
        </a:p>
      </dgm:t>
    </dgm:pt>
    <dgm:pt modelId="{F918E2C8-BE44-47B7-864D-9FB9C2E8F44A}" type="pres">
      <dgm:prSet presAssocID="{DAF51508-E6F5-4E68-85B1-E5457FE8EC14}" presName="descendantText" presStyleLbl="alignAccFollowNode1" presStyleIdx="1" presStyleCnt="3">
        <dgm:presLayoutVars>
          <dgm:bulletEnabled val="1"/>
        </dgm:presLayoutVars>
      </dgm:prSet>
      <dgm:spPr/>
      <dgm:t>
        <a:bodyPr/>
        <a:lstStyle/>
        <a:p>
          <a:endParaRPr lang="en-US"/>
        </a:p>
      </dgm:t>
    </dgm:pt>
    <dgm:pt modelId="{138BEFAB-4F68-45BC-A481-6CF915B74B26}" type="pres">
      <dgm:prSet presAssocID="{3A5522DF-E11A-4932-9F73-A50087ABB334}" presName="sp" presStyleCnt="0"/>
      <dgm:spPr/>
      <dgm:t>
        <a:bodyPr/>
        <a:lstStyle/>
        <a:p>
          <a:endParaRPr lang="en-US"/>
        </a:p>
      </dgm:t>
    </dgm:pt>
    <dgm:pt modelId="{4B61A697-F73F-4291-8DC6-B601539044DF}" type="pres">
      <dgm:prSet presAssocID="{F227CE28-99EE-4531-BBE4-D826A75315A0}" presName="linNode" presStyleCnt="0"/>
      <dgm:spPr/>
      <dgm:t>
        <a:bodyPr/>
        <a:lstStyle/>
        <a:p>
          <a:endParaRPr lang="en-US"/>
        </a:p>
      </dgm:t>
    </dgm:pt>
    <dgm:pt modelId="{A58A2257-F36B-42F4-9246-C991DA8C651B}" type="pres">
      <dgm:prSet presAssocID="{F227CE28-99EE-4531-BBE4-D826A75315A0}" presName="parentText" presStyleLbl="node1" presStyleIdx="2" presStyleCnt="3">
        <dgm:presLayoutVars>
          <dgm:chMax val="1"/>
          <dgm:bulletEnabled val="1"/>
        </dgm:presLayoutVars>
      </dgm:prSet>
      <dgm:spPr/>
      <dgm:t>
        <a:bodyPr/>
        <a:lstStyle/>
        <a:p>
          <a:endParaRPr lang="en-US"/>
        </a:p>
      </dgm:t>
    </dgm:pt>
    <dgm:pt modelId="{A7834C8E-816B-4964-B190-2C768CD8BB6A}" type="pres">
      <dgm:prSet presAssocID="{F227CE28-99EE-4531-BBE4-D826A75315A0}" presName="descendantText" presStyleLbl="alignAccFollowNode1" presStyleIdx="2" presStyleCnt="3">
        <dgm:presLayoutVars>
          <dgm:bulletEnabled val="1"/>
        </dgm:presLayoutVars>
      </dgm:prSet>
      <dgm:spPr/>
      <dgm:t>
        <a:bodyPr/>
        <a:lstStyle/>
        <a:p>
          <a:endParaRPr lang="en-US"/>
        </a:p>
      </dgm:t>
    </dgm:pt>
  </dgm:ptLst>
  <dgm:cxnLst>
    <dgm:cxn modelId="{DA4AAB47-9657-4EC1-A8DC-CF211CD1DF4D}" srcId="{A340CCF0-5AE6-4CFB-AD34-25B0F55EEC7C}" destId="{F227CE28-99EE-4531-BBE4-D826A75315A0}" srcOrd="2" destOrd="0" parTransId="{E2EF5D2B-D0A5-4C30-8C69-17E304ED3993}" sibTransId="{6AF07DAE-54D8-471B-803C-1F13A643D494}"/>
    <dgm:cxn modelId="{FB935A0C-BF7F-49AC-8E0F-08DD06815DBD}" type="presOf" srcId="{B23F4277-E061-4A74-BDCF-3D4EBBBFC39A}" destId="{81080DCF-228E-4AF1-A0C0-812478B95872}" srcOrd="0" destOrd="0" presId="urn:microsoft.com/office/officeart/2005/8/layout/vList5"/>
    <dgm:cxn modelId="{9C15BD06-A4A2-481D-988C-89FAB56CBEE2}" type="presOf" srcId="{F227CE28-99EE-4531-BBE4-D826A75315A0}" destId="{A58A2257-F36B-42F4-9246-C991DA8C651B}" srcOrd="0" destOrd="0" presId="urn:microsoft.com/office/officeart/2005/8/layout/vList5"/>
    <dgm:cxn modelId="{4C179DC7-BB7F-4B9F-B10F-360D333FACFE}" type="presOf" srcId="{DAF51508-E6F5-4E68-85B1-E5457FE8EC14}" destId="{2CAA847B-A08C-45D9-993B-0A463A2D674D}"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53BFBC20-5253-4C4C-86E5-BDC0B4ED8967}" srcId="{A340CCF0-5AE6-4CFB-AD34-25B0F55EEC7C}" destId="{B23F4277-E061-4A74-BDCF-3D4EBBBFC39A}" srcOrd="0" destOrd="0" parTransId="{2AF90D64-0154-4F01-8F77-58BFDC8F6A74}" sibTransId="{7AEE54A7-8EED-4C56-9748-F29758B84073}"/>
    <dgm:cxn modelId="{5EA56969-7CB5-489C-858D-161077D83C0A}" type="presOf" srcId="{76FE2376-AEF0-4C25-B8BD-C5F0F875B614}" destId="{F918E2C8-BE44-47B7-864D-9FB9C2E8F44A}"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AEE122C9-AE62-4829-B76B-D32627404F27}" srcId="{F227CE28-99EE-4531-BBE4-D826A75315A0}" destId="{69155F46-0B55-4B95-834B-07919A371CD1}" srcOrd="0" destOrd="0" parTransId="{22CF25C1-4981-43E3-87A0-E6F6C158564E}" sibTransId="{4706AC0B-E253-41CB-86F3-057345063ABC}"/>
    <dgm:cxn modelId="{4B460AF0-0B48-491F-824F-A27272251025}" type="presOf" srcId="{7E0C4C1C-544F-4A2C-9B9D-3BA765CEDAED}" destId="{069D3D92-A6E0-410C-B4CF-29B4DE84FE67}" srcOrd="0" destOrd="0" presId="urn:microsoft.com/office/officeart/2005/8/layout/vList5"/>
    <dgm:cxn modelId="{6B014D60-27A7-4DD4-978A-463B6051E1F3}" type="presOf" srcId="{A340CCF0-5AE6-4CFB-AD34-25B0F55EEC7C}" destId="{21616863-0218-4127-B674-F4F98EBBBB06}" srcOrd="0" destOrd="0" presId="urn:microsoft.com/office/officeart/2005/8/layout/vList5"/>
    <dgm:cxn modelId="{C1B6C0CE-6009-41BE-8468-5FFB0CA9E16E}" type="presOf" srcId="{69155F46-0B55-4B95-834B-07919A371CD1}" destId="{A7834C8E-816B-4964-B190-2C768CD8BB6A}"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922B1AE8-1454-4A88-AB60-C627BABE780A}" type="presParOf" srcId="{21616863-0218-4127-B674-F4F98EBBBB06}" destId="{A875CAF9-6E4D-4973-8C9B-79FD166B3659}" srcOrd="0" destOrd="0" presId="urn:microsoft.com/office/officeart/2005/8/layout/vList5"/>
    <dgm:cxn modelId="{7288917F-7E63-4F76-90AD-F8E49975282B}" type="presParOf" srcId="{A875CAF9-6E4D-4973-8C9B-79FD166B3659}" destId="{81080DCF-228E-4AF1-A0C0-812478B95872}" srcOrd="0" destOrd="0" presId="urn:microsoft.com/office/officeart/2005/8/layout/vList5"/>
    <dgm:cxn modelId="{3EBFE061-C091-4C94-92BE-88A7D5C767A9}" type="presParOf" srcId="{A875CAF9-6E4D-4973-8C9B-79FD166B3659}" destId="{069D3D92-A6E0-410C-B4CF-29B4DE84FE67}" srcOrd="1" destOrd="0" presId="urn:microsoft.com/office/officeart/2005/8/layout/vList5"/>
    <dgm:cxn modelId="{FFC01C98-0E41-45CA-A4B8-276E63728979}" type="presParOf" srcId="{21616863-0218-4127-B674-F4F98EBBBB06}" destId="{C4BC1E0E-A6DD-4C51-8D5C-FF30F1B0FD98}" srcOrd="1" destOrd="0" presId="urn:microsoft.com/office/officeart/2005/8/layout/vList5"/>
    <dgm:cxn modelId="{8877F819-9E7E-4F64-8D9B-097D414F5D14}" type="presParOf" srcId="{21616863-0218-4127-B674-F4F98EBBBB06}" destId="{F94D8C79-FE1F-44C7-9E03-30D28B03EE21}" srcOrd="2" destOrd="0" presId="urn:microsoft.com/office/officeart/2005/8/layout/vList5"/>
    <dgm:cxn modelId="{B7406054-3924-4D97-851D-C4D95F7F260E}" type="presParOf" srcId="{F94D8C79-FE1F-44C7-9E03-30D28B03EE21}" destId="{2CAA847B-A08C-45D9-993B-0A463A2D674D}" srcOrd="0" destOrd="0" presId="urn:microsoft.com/office/officeart/2005/8/layout/vList5"/>
    <dgm:cxn modelId="{C7164EC4-5106-42E8-A015-095C94F3C33A}" type="presParOf" srcId="{F94D8C79-FE1F-44C7-9E03-30D28B03EE21}" destId="{F918E2C8-BE44-47B7-864D-9FB9C2E8F44A}" srcOrd="1" destOrd="0" presId="urn:microsoft.com/office/officeart/2005/8/layout/vList5"/>
    <dgm:cxn modelId="{67303034-87EE-4E82-8E60-F2279F67104E}" type="presParOf" srcId="{21616863-0218-4127-B674-F4F98EBBBB06}" destId="{138BEFAB-4F68-45BC-A481-6CF915B74B26}" srcOrd="3" destOrd="0" presId="urn:microsoft.com/office/officeart/2005/8/layout/vList5"/>
    <dgm:cxn modelId="{43B2017D-D3DA-4D92-ABC8-67D091B02DC4}" type="presParOf" srcId="{21616863-0218-4127-B674-F4F98EBBBB06}" destId="{4B61A697-F73F-4291-8DC6-B601539044DF}" srcOrd="4" destOrd="0" presId="urn:microsoft.com/office/officeart/2005/8/layout/vList5"/>
    <dgm:cxn modelId="{B84263B9-B289-4812-ADFE-89823850B2B2}" type="presParOf" srcId="{4B61A697-F73F-4291-8DC6-B601539044DF}" destId="{A58A2257-F36B-42F4-9246-C991DA8C651B}" srcOrd="0" destOrd="0" presId="urn:microsoft.com/office/officeart/2005/8/layout/vList5"/>
    <dgm:cxn modelId="{A4051D88-4B78-435F-A5C8-B26DE82D1B03}" type="presParOf" srcId="{4B61A697-F73F-4291-8DC6-B601539044DF}" destId="{A7834C8E-816B-4964-B190-2C768CD8BB6A}"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000" dirty="0" smtClean="0">
              <a:latin typeface="+mj-lt"/>
            </a:rPr>
            <a:t>Business Owner – Delegated Controller</a:t>
          </a:r>
          <a:endParaRPr lang="en-US" sz="20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000" smtClean="0">
              <a:latin typeface="+mj-lt"/>
            </a:rPr>
            <a:t>System Manager</a:t>
          </a:r>
          <a:endParaRPr lang="en-US" sz="20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2800" b="0" smtClean="0">
              <a:latin typeface="+mj-lt"/>
            </a:rPr>
            <a:t>C</a:t>
          </a:r>
          <a:endParaRPr lang="en-US" sz="2800" b="0" dirty="0">
            <a:latin typeface="+mj-lt"/>
          </a:endParaRPr>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000" smtClean="0">
              <a:latin typeface="+mj-lt"/>
            </a:rPr>
            <a:t>Platform Users</a:t>
          </a:r>
          <a:endParaRPr lang="en-US" sz="20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44C81567-38C9-4E2A-A5F8-F577E7B731B8}">
      <dgm:prSet phldrT="[Text]" custT="1"/>
      <dgm:spPr/>
      <dgm:t>
        <a:bodyPr anchor="ctr" anchorCtr="0"/>
        <a:lstStyle/>
        <a:p>
          <a:r>
            <a:rPr lang="en-US" sz="2000" smtClean="0">
              <a:latin typeface="+mj-lt"/>
            </a:rPr>
            <a:t>CISO – LISO - LCO</a:t>
          </a:r>
          <a:endParaRPr lang="en-US" sz="2000" dirty="0">
            <a:latin typeface="+mj-lt"/>
          </a:endParaRPr>
        </a:p>
      </dgm:t>
    </dgm:pt>
    <dgm:pt modelId="{345C8BD9-82F4-4EF3-8EAC-CF460FA13B0C}" type="parTrans" cxnId="{806640AF-6017-4E35-858D-99439F3BE022}">
      <dgm:prSet/>
      <dgm:spPr/>
      <dgm:t>
        <a:bodyPr/>
        <a:lstStyle/>
        <a:p>
          <a:endParaRPr lang="en-US" sz="1600"/>
        </a:p>
      </dgm:t>
    </dgm:pt>
    <dgm:pt modelId="{8EDA5B6D-C43B-41F2-9DF1-900ACBD55EC9}" type="sibTrans" cxnId="{806640AF-6017-4E35-858D-99439F3BE022}">
      <dgm:prSet/>
      <dgm:spPr/>
      <dgm:t>
        <a:bodyPr/>
        <a:lstStyle/>
        <a:p>
          <a:endParaRPr lang="en-US" sz="1600"/>
        </a:p>
      </dgm:t>
    </dgm:pt>
    <dgm:pt modelId="{10A8DDA4-6B97-41F0-830C-036F980F1F25}">
      <dgm:prSet phldrT="[Text]" custT="1"/>
      <dgm:spPr/>
      <dgm:t>
        <a:bodyPr/>
        <a:lstStyle/>
        <a:p>
          <a:r>
            <a:rPr lang="en-US" sz="2800" b="0" smtClean="0">
              <a:latin typeface="+mj-lt"/>
            </a:rPr>
            <a:t>D</a:t>
          </a:r>
          <a:endParaRPr lang="en-US" sz="2800" b="0" dirty="0">
            <a:latin typeface="+mj-lt"/>
          </a:endParaRPr>
        </a:p>
      </dgm:t>
    </dgm:pt>
    <dgm:pt modelId="{45092E9C-CF0F-4669-B2A8-0744E43590EC}" type="parTrans" cxnId="{4F32EFCC-6088-4DE8-85AC-5AF72AC5E81A}">
      <dgm:prSet/>
      <dgm:spPr/>
      <dgm:t>
        <a:bodyPr/>
        <a:lstStyle/>
        <a:p>
          <a:endParaRPr lang="en-US" sz="1600"/>
        </a:p>
      </dgm:t>
    </dgm:pt>
    <dgm:pt modelId="{27378BC8-FCC6-4598-BB24-3C32ED98DFB2}" type="sibTrans" cxnId="{4F32EFCC-6088-4DE8-85AC-5AF72AC5E81A}">
      <dgm:prSet/>
      <dgm:spPr/>
      <dgm:t>
        <a:bodyPr/>
        <a:lstStyle/>
        <a:p>
          <a:endParaRPr lang="en-US" sz="1600"/>
        </a:p>
      </dgm:t>
    </dgm:pt>
    <dgm:pt modelId="{327966E0-6D42-4DD7-9AF2-7C24C419AE52}">
      <dgm:prSet phldrT="[Text]" custT="1"/>
      <dgm:spPr/>
      <dgm:t>
        <a:bodyPr/>
        <a:lstStyle/>
        <a:p>
          <a:r>
            <a:rPr lang="en-US" sz="2800" b="0" smtClean="0">
              <a:latin typeface="+mj-lt"/>
            </a:rPr>
            <a:t>E</a:t>
          </a:r>
          <a:endParaRPr lang="en-US" sz="2800" b="0" dirty="0">
            <a:latin typeface="+mj-lt"/>
          </a:endParaRPr>
        </a:p>
      </dgm:t>
    </dgm:pt>
    <dgm:pt modelId="{8CED7BDA-F4F5-46EE-AD26-9729E87E1EDC}" type="parTrans" cxnId="{87470B3C-17A5-4D6D-8F7D-A9F14254BAFB}">
      <dgm:prSet/>
      <dgm:spPr/>
      <dgm:t>
        <a:bodyPr/>
        <a:lstStyle/>
        <a:p>
          <a:endParaRPr lang="en-US" sz="1600"/>
        </a:p>
      </dgm:t>
    </dgm:pt>
    <dgm:pt modelId="{B9C67B89-F440-4C63-94FA-3DB22083D351}" type="sibTrans" cxnId="{87470B3C-17A5-4D6D-8F7D-A9F14254BAFB}">
      <dgm:prSet/>
      <dgm:spPr/>
      <dgm:t>
        <a:bodyPr/>
        <a:lstStyle/>
        <a:p>
          <a:endParaRPr lang="en-US" sz="1600"/>
        </a:p>
      </dgm:t>
    </dgm:pt>
    <dgm:pt modelId="{661D5167-F04A-4FF7-ADC1-D4268235EBD0}">
      <dgm:prSet phldrT="[Text]" custT="1"/>
      <dgm:spPr/>
      <dgm:t>
        <a:bodyPr anchor="ctr" anchorCtr="0"/>
        <a:lstStyle/>
        <a:p>
          <a:r>
            <a:rPr lang="en-US" sz="2000" smtClean="0">
              <a:latin typeface="+mj-lt"/>
            </a:rPr>
            <a:t>DPO</a:t>
          </a:r>
          <a:endParaRPr lang="en-US" sz="2000" dirty="0">
            <a:latin typeface="+mj-lt"/>
          </a:endParaRPr>
        </a:p>
      </dgm:t>
    </dgm:pt>
    <dgm:pt modelId="{0A955E8C-BB8E-4F61-8208-8A4CB16862D5}" type="parTrans" cxnId="{E9894609-4BDA-4FAC-9F5F-5999F219F98F}">
      <dgm:prSet/>
      <dgm:spPr/>
      <dgm:t>
        <a:bodyPr/>
        <a:lstStyle/>
        <a:p>
          <a:endParaRPr lang="en-US" sz="1600"/>
        </a:p>
      </dgm:t>
    </dgm:pt>
    <dgm:pt modelId="{EDE0370F-8054-470A-A456-1E022950A740}" type="sibTrans" cxnId="{E9894609-4BDA-4FAC-9F5F-5999F219F98F}">
      <dgm:prSet/>
      <dgm:spPr/>
      <dgm:t>
        <a:bodyPr/>
        <a:lstStyle/>
        <a:p>
          <a:endParaRPr lang="en-US" sz="1600"/>
        </a:p>
      </dgm:t>
    </dgm:pt>
    <dgm:pt modelId="{BE0A6930-CBCF-4955-98C7-4C5674575D72}">
      <dgm:prSet phldrT="[Text]" custT="1"/>
      <dgm:spPr/>
      <dgm:t>
        <a:bodyPr/>
        <a:lstStyle/>
        <a:p>
          <a:r>
            <a:rPr lang="en-US" sz="2800" b="0" smtClean="0">
              <a:latin typeface="+mj-lt"/>
            </a:rPr>
            <a:t>F</a:t>
          </a:r>
          <a:endParaRPr lang="en-US" sz="2800" b="0" dirty="0">
            <a:latin typeface="+mj-lt"/>
          </a:endParaRPr>
        </a:p>
      </dgm:t>
    </dgm:pt>
    <dgm:pt modelId="{93CF2D00-64BF-4B00-8222-4091FAD9A877}" type="parTrans" cxnId="{B9B3D37C-3A66-4BB2-A167-C744D59463D6}">
      <dgm:prSet/>
      <dgm:spPr/>
      <dgm:t>
        <a:bodyPr/>
        <a:lstStyle/>
        <a:p>
          <a:endParaRPr lang="en-US" sz="1600"/>
        </a:p>
      </dgm:t>
    </dgm:pt>
    <dgm:pt modelId="{38F01052-8AA4-4FFA-8666-E01B60EB5260}" type="sibTrans" cxnId="{B9B3D37C-3A66-4BB2-A167-C744D59463D6}">
      <dgm:prSet/>
      <dgm:spPr/>
      <dgm:t>
        <a:bodyPr/>
        <a:lstStyle/>
        <a:p>
          <a:endParaRPr lang="en-US" sz="1600"/>
        </a:p>
      </dgm:t>
    </dgm:pt>
    <dgm:pt modelId="{88ECBC31-E864-4C83-A746-D258AA8FC8B3}">
      <dgm:prSet phldrT="[Text]" custT="1"/>
      <dgm:spPr/>
      <dgm:t>
        <a:bodyPr anchor="ctr" anchorCtr="0"/>
        <a:lstStyle/>
        <a:p>
          <a:r>
            <a:rPr lang="en-US" sz="2000" smtClean="0">
              <a:latin typeface="+mj-lt"/>
            </a:rPr>
            <a:t>Senior Management</a:t>
          </a:r>
          <a:endParaRPr lang="en-US" sz="2000" dirty="0">
            <a:latin typeface="+mj-lt"/>
          </a:endParaRPr>
        </a:p>
      </dgm:t>
    </dgm:pt>
    <dgm:pt modelId="{9C0F4C14-E753-4B55-85AF-C6E142F35367}" type="parTrans" cxnId="{3AF54992-3F2F-4C73-A292-E49CB6B996C8}">
      <dgm:prSet/>
      <dgm:spPr/>
      <dgm:t>
        <a:bodyPr/>
        <a:lstStyle/>
        <a:p>
          <a:endParaRPr lang="en-US" sz="1600"/>
        </a:p>
      </dgm:t>
    </dgm:pt>
    <dgm:pt modelId="{88750314-2B48-4FDB-B695-DE2B35AC26C0}" type="sibTrans" cxnId="{3AF54992-3F2F-4C73-A292-E49CB6B996C8}">
      <dgm:prSet/>
      <dgm:spPr/>
      <dgm:t>
        <a:bodyPr/>
        <a:lstStyle/>
        <a:p>
          <a:endParaRPr lang="en-US" sz="1600"/>
        </a:p>
      </dgm:t>
    </dgm:pt>
    <dgm:pt modelId="{EA8BB6F6-CBE2-4F22-B76D-72B310E1FD2E}">
      <dgm:prSet phldrT="[Text]" custT="1"/>
      <dgm:spPr/>
      <dgm:t>
        <a:bodyPr/>
        <a:lstStyle/>
        <a:p>
          <a:r>
            <a:rPr lang="en-US" sz="2800" b="0" smtClean="0">
              <a:latin typeface="+mj-lt"/>
            </a:rPr>
            <a:t>G</a:t>
          </a:r>
          <a:endParaRPr lang="en-US" sz="2800" b="0" dirty="0">
            <a:latin typeface="+mj-lt"/>
          </a:endParaRPr>
        </a:p>
      </dgm:t>
    </dgm:pt>
    <dgm:pt modelId="{650A23F6-8CE5-4CEB-93B8-EEB2DA07C2ED}" type="parTrans" cxnId="{AEF77757-C530-417E-BD8C-B0DA0F0A063D}">
      <dgm:prSet/>
      <dgm:spPr/>
      <dgm:t>
        <a:bodyPr/>
        <a:lstStyle/>
        <a:p>
          <a:endParaRPr lang="en-US" sz="1600"/>
        </a:p>
      </dgm:t>
    </dgm:pt>
    <dgm:pt modelId="{1741931F-9732-4A95-A4FD-FF3A159E34A3}" type="sibTrans" cxnId="{AEF77757-C530-417E-BD8C-B0DA0F0A063D}">
      <dgm:prSet/>
      <dgm:spPr/>
      <dgm:t>
        <a:bodyPr/>
        <a:lstStyle/>
        <a:p>
          <a:endParaRPr lang="en-US" sz="1600"/>
        </a:p>
      </dgm:t>
    </dgm:pt>
    <dgm:pt modelId="{27186113-4FAC-42DD-BF7D-7991915726AB}">
      <dgm:prSet phldrT="[Text]" custT="1"/>
      <dgm:spPr/>
      <dgm:t>
        <a:bodyPr anchor="ctr" anchorCtr="0"/>
        <a:lstStyle/>
        <a:p>
          <a:r>
            <a:rPr lang="en-US" sz="2000" smtClean="0">
              <a:latin typeface="+mj-lt"/>
            </a:rPr>
            <a:t>Other</a:t>
          </a:r>
          <a:endParaRPr lang="en-US" sz="2000" dirty="0">
            <a:latin typeface="+mj-lt"/>
          </a:endParaRPr>
        </a:p>
      </dgm:t>
    </dgm:pt>
    <dgm:pt modelId="{04E59B5B-411B-4960-ACFC-BB6373447E1E}" type="parTrans" cxnId="{09255F83-02BA-42D8-B917-AB30682D24A8}">
      <dgm:prSet/>
      <dgm:spPr/>
      <dgm:t>
        <a:bodyPr/>
        <a:lstStyle/>
        <a:p>
          <a:endParaRPr lang="en-US" sz="1600"/>
        </a:p>
      </dgm:t>
    </dgm:pt>
    <dgm:pt modelId="{1DB0E71A-8C44-493E-AC06-11A20E53C309}" type="sibTrans" cxnId="{09255F83-02BA-42D8-B917-AB30682D24A8}">
      <dgm:prSet/>
      <dgm:spPr/>
      <dgm:t>
        <a:bodyPr/>
        <a:lstStyle/>
        <a:p>
          <a:endParaRPr lang="en-US" sz="1600"/>
        </a:p>
      </dgm:t>
    </dgm:pt>
    <dgm:pt modelId="{1A7754CB-CA1E-4F11-B420-ADF91C04DB82}" type="pres">
      <dgm:prSet presAssocID="{A340CCF0-5AE6-4CFB-AD34-25B0F55EEC7C}" presName="Name0" presStyleCnt="0">
        <dgm:presLayoutVars>
          <dgm:dir/>
          <dgm:animLvl val="lvl"/>
          <dgm:resizeHandles val="exact"/>
        </dgm:presLayoutVars>
      </dgm:prSet>
      <dgm:spPr/>
      <dgm:t>
        <a:bodyPr/>
        <a:lstStyle/>
        <a:p>
          <a:endParaRPr lang="en-US"/>
        </a:p>
      </dgm:t>
    </dgm:pt>
    <dgm:pt modelId="{BB49EFED-3CDE-45AD-934A-DECFC3F5E52A}" type="pres">
      <dgm:prSet presAssocID="{B23F4277-E061-4A74-BDCF-3D4EBBBFC39A}" presName="linNode" presStyleCnt="0"/>
      <dgm:spPr/>
      <dgm:t>
        <a:bodyPr/>
        <a:lstStyle/>
        <a:p>
          <a:endParaRPr lang="en-US"/>
        </a:p>
      </dgm:t>
    </dgm:pt>
    <dgm:pt modelId="{AE5C5CC9-6970-4A5B-A831-AF1368DC75D0}" type="pres">
      <dgm:prSet presAssocID="{B23F4277-E061-4A74-BDCF-3D4EBBBFC39A}" presName="parentText" presStyleLbl="node1" presStyleIdx="0" presStyleCnt="7">
        <dgm:presLayoutVars>
          <dgm:chMax val="1"/>
          <dgm:bulletEnabled val="1"/>
        </dgm:presLayoutVars>
      </dgm:prSet>
      <dgm:spPr/>
      <dgm:t>
        <a:bodyPr/>
        <a:lstStyle/>
        <a:p>
          <a:endParaRPr lang="en-US"/>
        </a:p>
      </dgm:t>
    </dgm:pt>
    <dgm:pt modelId="{BB820779-ABE6-4801-9DAF-60AE986E6AB8}" type="pres">
      <dgm:prSet presAssocID="{B23F4277-E061-4A74-BDCF-3D4EBBBFC39A}" presName="descendantText" presStyleLbl="alignAccFollowNode1" presStyleIdx="0" presStyleCnt="7">
        <dgm:presLayoutVars>
          <dgm:bulletEnabled val="1"/>
        </dgm:presLayoutVars>
      </dgm:prSet>
      <dgm:spPr/>
      <dgm:t>
        <a:bodyPr/>
        <a:lstStyle/>
        <a:p>
          <a:endParaRPr lang="en-US"/>
        </a:p>
      </dgm:t>
    </dgm:pt>
    <dgm:pt modelId="{832B19DA-FD4F-4E7D-B9B5-46249FF90D00}" type="pres">
      <dgm:prSet presAssocID="{7AEE54A7-8EED-4C56-9748-F29758B84073}" presName="sp" presStyleCnt="0"/>
      <dgm:spPr/>
      <dgm:t>
        <a:bodyPr/>
        <a:lstStyle/>
        <a:p>
          <a:endParaRPr lang="en-US"/>
        </a:p>
      </dgm:t>
    </dgm:pt>
    <dgm:pt modelId="{D1DA561A-3283-4758-9AAB-16A3F6ED022F}" type="pres">
      <dgm:prSet presAssocID="{DAF51508-E6F5-4E68-85B1-E5457FE8EC14}" presName="linNode" presStyleCnt="0"/>
      <dgm:spPr/>
      <dgm:t>
        <a:bodyPr/>
        <a:lstStyle/>
        <a:p>
          <a:endParaRPr lang="en-US"/>
        </a:p>
      </dgm:t>
    </dgm:pt>
    <dgm:pt modelId="{CD6529A9-35E4-441E-A7EE-8EA0F82F9BF0}" type="pres">
      <dgm:prSet presAssocID="{DAF51508-E6F5-4E68-85B1-E5457FE8EC14}" presName="parentText" presStyleLbl="node1" presStyleIdx="1" presStyleCnt="7">
        <dgm:presLayoutVars>
          <dgm:chMax val="1"/>
          <dgm:bulletEnabled val="1"/>
        </dgm:presLayoutVars>
      </dgm:prSet>
      <dgm:spPr/>
      <dgm:t>
        <a:bodyPr/>
        <a:lstStyle/>
        <a:p>
          <a:endParaRPr lang="en-US"/>
        </a:p>
      </dgm:t>
    </dgm:pt>
    <dgm:pt modelId="{F236A7F3-FB21-45F1-9CF7-01DD05E33E10}" type="pres">
      <dgm:prSet presAssocID="{DAF51508-E6F5-4E68-85B1-E5457FE8EC14}" presName="descendantText" presStyleLbl="alignAccFollowNode1" presStyleIdx="1" presStyleCnt="7">
        <dgm:presLayoutVars>
          <dgm:bulletEnabled val="1"/>
        </dgm:presLayoutVars>
      </dgm:prSet>
      <dgm:spPr/>
      <dgm:t>
        <a:bodyPr/>
        <a:lstStyle/>
        <a:p>
          <a:endParaRPr lang="en-US"/>
        </a:p>
      </dgm:t>
    </dgm:pt>
    <dgm:pt modelId="{2B25FEA2-7F7E-4715-BE9B-263AB148CAC5}" type="pres">
      <dgm:prSet presAssocID="{3A5522DF-E11A-4932-9F73-A50087ABB334}" presName="sp" presStyleCnt="0"/>
      <dgm:spPr/>
      <dgm:t>
        <a:bodyPr/>
        <a:lstStyle/>
        <a:p>
          <a:endParaRPr lang="en-US"/>
        </a:p>
      </dgm:t>
    </dgm:pt>
    <dgm:pt modelId="{4C3E06DF-DB17-4EBA-A202-830E4B0BCE76}" type="pres">
      <dgm:prSet presAssocID="{F227CE28-99EE-4531-BBE4-D826A75315A0}" presName="linNode" presStyleCnt="0"/>
      <dgm:spPr/>
      <dgm:t>
        <a:bodyPr/>
        <a:lstStyle/>
        <a:p>
          <a:endParaRPr lang="en-US"/>
        </a:p>
      </dgm:t>
    </dgm:pt>
    <dgm:pt modelId="{C508E9DF-1AF1-4A14-A680-961F32E0B195}" type="pres">
      <dgm:prSet presAssocID="{F227CE28-99EE-4531-BBE4-D826A75315A0}" presName="parentText" presStyleLbl="node1" presStyleIdx="2" presStyleCnt="7">
        <dgm:presLayoutVars>
          <dgm:chMax val="1"/>
          <dgm:bulletEnabled val="1"/>
        </dgm:presLayoutVars>
      </dgm:prSet>
      <dgm:spPr/>
      <dgm:t>
        <a:bodyPr/>
        <a:lstStyle/>
        <a:p>
          <a:endParaRPr lang="en-US"/>
        </a:p>
      </dgm:t>
    </dgm:pt>
    <dgm:pt modelId="{9C7B74C4-D526-45B1-A938-7F68AF31C1BE}" type="pres">
      <dgm:prSet presAssocID="{F227CE28-99EE-4531-BBE4-D826A75315A0}" presName="descendantText" presStyleLbl="alignAccFollowNode1" presStyleIdx="2" presStyleCnt="7">
        <dgm:presLayoutVars>
          <dgm:bulletEnabled val="1"/>
        </dgm:presLayoutVars>
      </dgm:prSet>
      <dgm:spPr/>
      <dgm:t>
        <a:bodyPr/>
        <a:lstStyle/>
        <a:p>
          <a:endParaRPr lang="en-US"/>
        </a:p>
      </dgm:t>
    </dgm:pt>
    <dgm:pt modelId="{BFF3356B-FE5E-45FF-A6E4-4546116B56E7}" type="pres">
      <dgm:prSet presAssocID="{6AF07DAE-54D8-471B-803C-1F13A643D494}" presName="sp" presStyleCnt="0"/>
      <dgm:spPr/>
      <dgm:t>
        <a:bodyPr/>
        <a:lstStyle/>
        <a:p>
          <a:endParaRPr lang="en-US"/>
        </a:p>
      </dgm:t>
    </dgm:pt>
    <dgm:pt modelId="{B96DA5A6-C7FD-4C4F-A80B-B32E2B44DE15}" type="pres">
      <dgm:prSet presAssocID="{10A8DDA4-6B97-41F0-830C-036F980F1F25}" presName="linNode" presStyleCnt="0"/>
      <dgm:spPr/>
      <dgm:t>
        <a:bodyPr/>
        <a:lstStyle/>
        <a:p>
          <a:endParaRPr lang="en-US"/>
        </a:p>
      </dgm:t>
    </dgm:pt>
    <dgm:pt modelId="{E0E3615D-C470-478E-9E09-4FF9157038F9}" type="pres">
      <dgm:prSet presAssocID="{10A8DDA4-6B97-41F0-830C-036F980F1F25}" presName="parentText" presStyleLbl="node1" presStyleIdx="3" presStyleCnt="7">
        <dgm:presLayoutVars>
          <dgm:chMax val="1"/>
          <dgm:bulletEnabled val="1"/>
        </dgm:presLayoutVars>
      </dgm:prSet>
      <dgm:spPr/>
      <dgm:t>
        <a:bodyPr/>
        <a:lstStyle/>
        <a:p>
          <a:endParaRPr lang="en-US"/>
        </a:p>
      </dgm:t>
    </dgm:pt>
    <dgm:pt modelId="{AFE45F9C-3744-445E-AE6A-8A7067CCEC36}" type="pres">
      <dgm:prSet presAssocID="{10A8DDA4-6B97-41F0-830C-036F980F1F25}" presName="descendantText" presStyleLbl="alignAccFollowNode1" presStyleIdx="3" presStyleCnt="7">
        <dgm:presLayoutVars>
          <dgm:bulletEnabled val="1"/>
        </dgm:presLayoutVars>
      </dgm:prSet>
      <dgm:spPr/>
      <dgm:t>
        <a:bodyPr/>
        <a:lstStyle/>
        <a:p>
          <a:endParaRPr lang="en-US"/>
        </a:p>
      </dgm:t>
    </dgm:pt>
    <dgm:pt modelId="{28EB76D9-BEDA-41A6-B5FF-FDDA89C12141}" type="pres">
      <dgm:prSet presAssocID="{27378BC8-FCC6-4598-BB24-3C32ED98DFB2}" presName="sp" presStyleCnt="0"/>
      <dgm:spPr/>
      <dgm:t>
        <a:bodyPr/>
        <a:lstStyle/>
        <a:p>
          <a:endParaRPr lang="en-US"/>
        </a:p>
      </dgm:t>
    </dgm:pt>
    <dgm:pt modelId="{07883CBC-E111-4407-ADFD-702616B96D06}" type="pres">
      <dgm:prSet presAssocID="{327966E0-6D42-4DD7-9AF2-7C24C419AE52}" presName="linNode" presStyleCnt="0"/>
      <dgm:spPr/>
      <dgm:t>
        <a:bodyPr/>
        <a:lstStyle/>
        <a:p>
          <a:endParaRPr lang="en-US"/>
        </a:p>
      </dgm:t>
    </dgm:pt>
    <dgm:pt modelId="{81632AF3-C4D3-42FD-8F56-CC91B73A8F44}" type="pres">
      <dgm:prSet presAssocID="{327966E0-6D42-4DD7-9AF2-7C24C419AE52}" presName="parentText" presStyleLbl="node1" presStyleIdx="4" presStyleCnt="7">
        <dgm:presLayoutVars>
          <dgm:chMax val="1"/>
          <dgm:bulletEnabled val="1"/>
        </dgm:presLayoutVars>
      </dgm:prSet>
      <dgm:spPr/>
      <dgm:t>
        <a:bodyPr/>
        <a:lstStyle/>
        <a:p>
          <a:endParaRPr lang="en-US"/>
        </a:p>
      </dgm:t>
    </dgm:pt>
    <dgm:pt modelId="{F514797B-3F46-4ABA-8C2F-F7A0AC4498A3}" type="pres">
      <dgm:prSet presAssocID="{327966E0-6D42-4DD7-9AF2-7C24C419AE52}" presName="descendantText" presStyleLbl="alignAccFollowNode1" presStyleIdx="4" presStyleCnt="7">
        <dgm:presLayoutVars>
          <dgm:bulletEnabled val="1"/>
        </dgm:presLayoutVars>
      </dgm:prSet>
      <dgm:spPr/>
      <dgm:t>
        <a:bodyPr/>
        <a:lstStyle/>
        <a:p>
          <a:endParaRPr lang="en-US"/>
        </a:p>
      </dgm:t>
    </dgm:pt>
    <dgm:pt modelId="{C5C6A9D9-9530-4BB4-B36A-26B7C8B74358}" type="pres">
      <dgm:prSet presAssocID="{B9C67B89-F440-4C63-94FA-3DB22083D351}" presName="sp" presStyleCnt="0"/>
      <dgm:spPr/>
      <dgm:t>
        <a:bodyPr/>
        <a:lstStyle/>
        <a:p>
          <a:endParaRPr lang="en-US"/>
        </a:p>
      </dgm:t>
    </dgm:pt>
    <dgm:pt modelId="{4C2ABD7D-310A-4AB1-A975-2EDF274669D3}" type="pres">
      <dgm:prSet presAssocID="{BE0A6930-CBCF-4955-98C7-4C5674575D72}" presName="linNode" presStyleCnt="0"/>
      <dgm:spPr/>
      <dgm:t>
        <a:bodyPr/>
        <a:lstStyle/>
        <a:p>
          <a:endParaRPr lang="en-US"/>
        </a:p>
      </dgm:t>
    </dgm:pt>
    <dgm:pt modelId="{11EE6C28-789D-4618-A8DA-D9EA3AA8D947}" type="pres">
      <dgm:prSet presAssocID="{BE0A6930-CBCF-4955-98C7-4C5674575D72}" presName="parentText" presStyleLbl="node1" presStyleIdx="5" presStyleCnt="7">
        <dgm:presLayoutVars>
          <dgm:chMax val="1"/>
          <dgm:bulletEnabled val="1"/>
        </dgm:presLayoutVars>
      </dgm:prSet>
      <dgm:spPr/>
      <dgm:t>
        <a:bodyPr/>
        <a:lstStyle/>
        <a:p>
          <a:endParaRPr lang="en-US"/>
        </a:p>
      </dgm:t>
    </dgm:pt>
    <dgm:pt modelId="{A38518C0-3C3F-4960-83D8-5931EFE72901}" type="pres">
      <dgm:prSet presAssocID="{BE0A6930-CBCF-4955-98C7-4C5674575D72}" presName="descendantText" presStyleLbl="alignAccFollowNode1" presStyleIdx="5" presStyleCnt="7">
        <dgm:presLayoutVars>
          <dgm:bulletEnabled val="1"/>
        </dgm:presLayoutVars>
      </dgm:prSet>
      <dgm:spPr/>
      <dgm:t>
        <a:bodyPr/>
        <a:lstStyle/>
        <a:p>
          <a:endParaRPr lang="en-US"/>
        </a:p>
      </dgm:t>
    </dgm:pt>
    <dgm:pt modelId="{836C512E-2A08-498B-A227-02C3A9917EC4}" type="pres">
      <dgm:prSet presAssocID="{38F01052-8AA4-4FFA-8666-E01B60EB5260}" presName="sp" presStyleCnt="0"/>
      <dgm:spPr/>
      <dgm:t>
        <a:bodyPr/>
        <a:lstStyle/>
        <a:p>
          <a:endParaRPr lang="en-US"/>
        </a:p>
      </dgm:t>
    </dgm:pt>
    <dgm:pt modelId="{2966CE1C-6EAF-4FE6-9A13-DA948F527F83}" type="pres">
      <dgm:prSet presAssocID="{EA8BB6F6-CBE2-4F22-B76D-72B310E1FD2E}" presName="linNode" presStyleCnt="0"/>
      <dgm:spPr/>
      <dgm:t>
        <a:bodyPr/>
        <a:lstStyle/>
        <a:p>
          <a:endParaRPr lang="en-US"/>
        </a:p>
      </dgm:t>
    </dgm:pt>
    <dgm:pt modelId="{20905F73-3FD2-4584-8BB9-DF781BC5D6EC}" type="pres">
      <dgm:prSet presAssocID="{EA8BB6F6-CBE2-4F22-B76D-72B310E1FD2E}" presName="parentText" presStyleLbl="node1" presStyleIdx="6" presStyleCnt="7">
        <dgm:presLayoutVars>
          <dgm:chMax val="1"/>
          <dgm:bulletEnabled val="1"/>
        </dgm:presLayoutVars>
      </dgm:prSet>
      <dgm:spPr/>
      <dgm:t>
        <a:bodyPr/>
        <a:lstStyle/>
        <a:p>
          <a:endParaRPr lang="en-US"/>
        </a:p>
      </dgm:t>
    </dgm:pt>
    <dgm:pt modelId="{03FBE92E-E7AD-4852-A880-D10FA526B2B8}" type="pres">
      <dgm:prSet presAssocID="{EA8BB6F6-CBE2-4F22-B76D-72B310E1FD2E}" presName="descendantText" presStyleLbl="alignAccFollowNode1" presStyleIdx="6" presStyleCnt="7">
        <dgm:presLayoutVars>
          <dgm:bulletEnabled val="1"/>
        </dgm:presLayoutVars>
      </dgm:prSet>
      <dgm:spPr/>
      <dgm:t>
        <a:bodyPr/>
        <a:lstStyle/>
        <a:p>
          <a:endParaRPr lang="en-US"/>
        </a:p>
      </dgm:t>
    </dgm:pt>
  </dgm:ptLst>
  <dgm:cxnLst>
    <dgm:cxn modelId="{3AF54992-3F2F-4C73-A292-E49CB6B996C8}" srcId="{BE0A6930-CBCF-4955-98C7-4C5674575D72}" destId="{88ECBC31-E864-4C83-A746-D258AA8FC8B3}" srcOrd="0" destOrd="0" parTransId="{9C0F4C14-E753-4B55-85AF-C6E142F35367}" sibTransId="{88750314-2B48-4FDB-B695-DE2B35AC26C0}"/>
    <dgm:cxn modelId="{4545AC29-F91F-4EDE-A982-D36A4D3F0BE4}" type="presOf" srcId="{27186113-4FAC-42DD-BF7D-7991915726AB}" destId="{03FBE92E-E7AD-4852-A880-D10FA526B2B8}" srcOrd="0" destOrd="0" presId="urn:microsoft.com/office/officeart/2005/8/layout/vList5"/>
    <dgm:cxn modelId="{AEE122C9-AE62-4829-B76B-D32627404F27}" srcId="{F227CE28-99EE-4531-BBE4-D826A75315A0}" destId="{69155F46-0B55-4B95-834B-07919A371CD1}" srcOrd="0" destOrd="0" parTransId="{22CF25C1-4981-43E3-87A0-E6F6C158564E}" sibTransId="{4706AC0B-E253-41CB-86F3-057345063ABC}"/>
    <dgm:cxn modelId="{806640AF-6017-4E35-858D-99439F3BE022}" srcId="{10A8DDA4-6B97-41F0-830C-036F980F1F25}" destId="{44C81567-38C9-4E2A-A5F8-F577E7B731B8}" srcOrd="0" destOrd="0" parTransId="{345C8BD9-82F4-4EF3-8EAC-CF460FA13B0C}" sibTransId="{8EDA5B6D-C43B-41F2-9DF1-900ACBD55EC9}"/>
    <dgm:cxn modelId="{9AA368AD-FC94-406E-9BC9-08A27CE1B3FB}" type="presOf" srcId="{10A8DDA4-6B97-41F0-830C-036F980F1F25}" destId="{E0E3615D-C470-478E-9E09-4FF9157038F9}" srcOrd="0" destOrd="0" presId="urn:microsoft.com/office/officeart/2005/8/layout/vList5"/>
    <dgm:cxn modelId="{FF238770-4AF2-422D-94F3-CA2546D36932}" type="presOf" srcId="{B23F4277-E061-4A74-BDCF-3D4EBBBFC39A}" destId="{AE5C5CC9-6970-4A5B-A831-AF1368DC75D0}"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B9B3D37C-3A66-4BB2-A167-C744D59463D6}" srcId="{A340CCF0-5AE6-4CFB-AD34-25B0F55EEC7C}" destId="{BE0A6930-CBCF-4955-98C7-4C5674575D72}" srcOrd="5" destOrd="0" parTransId="{93CF2D00-64BF-4B00-8222-4091FAD9A877}" sibTransId="{38F01052-8AA4-4FFA-8666-E01B60EB5260}"/>
    <dgm:cxn modelId="{4F32EFCC-6088-4DE8-85AC-5AF72AC5E81A}" srcId="{A340CCF0-5AE6-4CFB-AD34-25B0F55EEC7C}" destId="{10A8DDA4-6B97-41F0-830C-036F980F1F25}" srcOrd="3" destOrd="0" parTransId="{45092E9C-CF0F-4669-B2A8-0744E43590EC}" sibTransId="{27378BC8-FCC6-4598-BB24-3C32ED98DFB2}"/>
    <dgm:cxn modelId="{09255F83-02BA-42D8-B917-AB30682D24A8}" srcId="{EA8BB6F6-CBE2-4F22-B76D-72B310E1FD2E}" destId="{27186113-4FAC-42DD-BF7D-7991915726AB}" srcOrd="0" destOrd="0" parTransId="{04E59B5B-411B-4960-ACFC-BB6373447E1E}" sibTransId="{1DB0E71A-8C44-493E-AC06-11A20E53C309}"/>
    <dgm:cxn modelId="{06FE65B4-9567-43E8-A11A-18C63A1C879A}" type="presOf" srcId="{DAF51508-E6F5-4E68-85B1-E5457FE8EC14}" destId="{CD6529A9-35E4-441E-A7EE-8EA0F82F9BF0}" srcOrd="0" destOrd="0" presId="urn:microsoft.com/office/officeart/2005/8/layout/vList5"/>
    <dgm:cxn modelId="{8B78383A-7A1E-4F82-A73C-FFE16003C253}" type="presOf" srcId="{327966E0-6D42-4DD7-9AF2-7C24C419AE52}" destId="{81632AF3-C4D3-42FD-8F56-CC91B73A8F44}"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049E53A2-840D-4465-B16D-6D26FA916B73}" type="presOf" srcId="{EA8BB6F6-CBE2-4F22-B76D-72B310E1FD2E}" destId="{20905F73-3FD2-4584-8BB9-DF781BC5D6EC}" srcOrd="0" destOrd="0" presId="urn:microsoft.com/office/officeart/2005/8/layout/vList5"/>
    <dgm:cxn modelId="{A555FE19-05B7-4453-B5D3-14AEEC49F357}" type="presOf" srcId="{69155F46-0B55-4B95-834B-07919A371CD1}" destId="{9C7B74C4-D526-45B1-A938-7F68AF31C1BE}" srcOrd="0" destOrd="0" presId="urn:microsoft.com/office/officeart/2005/8/layout/vList5"/>
    <dgm:cxn modelId="{E9894609-4BDA-4FAC-9F5F-5999F219F98F}" srcId="{327966E0-6D42-4DD7-9AF2-7C24C419AE52}" destId="{661D5167-F04A-4FF7-ADC1-D4268235EBD0}" srcOrd="0" destOrd="0" parTransId="{0A955E8C-BB8E-4F61-8208-8A4CB16862D5}" sibTransId="{EDE0370F-8054-470A-A456-1E022950A740}"/>
    <dgm:cxn modelId="{A65048DB-8646-4B55-8C3A-E8227B111845}" type="presOf" srcId="{88ECBC31-E864-4C83-A746-D258AA8FC8B3}" destId="{A38518C0-3C3F-4960-83D8-5931EFE72901}" srcOrd="0" destOrd="0" presId="urn:microsoft.com/office/officeart/2005/8/layout/vList5"/>
    <dgm:cxn modelId="{765B61C2-D8F5-4AB7-9D3D-B037F8208594}" type="presOf" srcId="{44C81567-38C9-4E2A-A5F8-F577E7B731B8}" destId="{AFE45F9C-3744-445E-AE6A-8A7067CCEC36}" srcOrd="0" destOrd="0" presId="urn:microsoft.com/office/officeart/2005/8/layout/vList5"/>
    <dgm:cxn modelId="{DA4AAB47-9657-4EC1-A8DC-CF211CD1DF4D}" srcId="{A340CCF0-5AE6-4CFB-AD34-25B0F55EEC7C}" destId="{F227CE28-99EE-4531-BBE4-D826A75315A0}" srcOrd="2" destOrd="0" parTransId="{E2EF5D2B-D0A5-4C30-8C69-17E304ED3993}" sibTransId="{6AF07DAE-54D8-471B-803C-1F13A643D494}"/>
    <dgm:cxn modelId="{4ED0234C-0E03-414D-AE47-882254A31A52}" type="presOf" srcId="{F227CE28-99EE-4531-BBE4-D826A75315A0}" destId="{C508E9DF-1AF1-4A14-A680-961F32E0B195}" srcOrd="0" destOrd="0" presId="urn:microsoft.com/office/officeart/2005/8/layout/vList5"/>
    <dgm:cxn modelId="{87470B3C-17A5-4D6D-8F7D-A9F14254BAFB}" srcId="{A340CCF0-5AE6-4CFB-AD34-25B0F55EEC7C}" destId="{327966E0-6D42-4DD7-9AF2-7C24C419AE52}" srcOrd="4" destOrd="0" parTransId="{8CED7BDA-F4F5-46EE-AD26-9729E87E1EDC}" sibTransId="{B9C67B89-F440-4C63-94FA-3DB22083D351}"/>
    <dgm:cxn modelId="{EFE4A9B7-B9CC-4BDE-AE77-1E999B950E1F}" type="presOf" srcId="{661D5167-F04A-4FF7-ADC1-D4268235EBD0}" destId="{F514797B-3F46-4ABA-8C2F-F7A0AC4498A3}" srcOrd="0" destOrd="0" presId="urn:microsoft.com/office/officeart/2005/8/layout/vList5"/>
    <dgm:cxn modelId="{20745EC9-ABEB-4B49-9ECF-6489D9B1A1DA}" type="presOf" srcId="{76FE2376-AEF0-4C25-B8BD-C5F0F875B614}" destId="{F236A7F3-FB21-45F1-9CF7-01DD05E33E10}" srcOrd="0" destOrd="0" presId="urn:microsoft.com/office/officeart/2005/8/layout/vList5"/>
    <dgm:cxn modelId="{2318156B-2EAB-43BF-969E-E039F670C491}" type="presOf" srcId="{7E0C4C1C-544F-4A2C-9B9D-3BA765CEDAED}" destId="{BB820779-ABE6-4801-9DAF-60AE986E6AB8}" srcOrd="0" destOrd="0" presId="urn:microsoft.com/office/officeart/2005/8/layout/vList5"/>
    <dgm:cxn modelId="{F5B44F5A-AEB9-4E8E-B846-D109C32A3E87}" type="presOf" srcId="{BE0A6930-CBCF-4955-98C7-4C5674575D72}" destId="{11EE6C28-789D-4618-A8DA-D9EA3AA8D947}" srcOrd="0" destOrd="0" presId="urn:microsoft.com/office/officeart/2005/8/layout/vList5"/>
    <dgm:cxn modelId="{AEF77757-C530-417E-BD8C-B0DA0F0A063D}" srcId="{A340CCF0-5AE6-4CFB-AD34-25B0F55EEC7C}" destId="{EA8BB6F6-CBE2-4F22-B76D-72B310E1FD2E}" srcOrd="6" destOrd="0" parTransId="{650A23F6-8CE5-4CEB-93B8-EEB2DA07C2ED}" sibTransId="{1741931F-9732-4A95-A4FD-FF3A159E34A3}"/>
    <dgm:cxn modelId="{E15AFC2F-0AB7-477A-8CAC-8F3A56FEEA79}" srcId="{B23F4277-E061-4A74-BDCF-3D4EBBBFC39A}" destId="{7E0C4C1C-544F-4A2C-9B9D-3BA765CEDAED}" srcOrd="0" destOrd="0" parTransId="{E4E194C5-D58B-4963-8403-0E29CC7C91C0}" sibTransId="{7E999C5D-E89B-4F7C-B5B1-35125D273C10}"/>
    <dgm:cxn modelId="{964AD706-A176-4232-952D-CBBF7CC8ED98}" type="presOf" srcId="{A340CCF0-5AE6-4CFB-AD34-25B0F55EEC7C}" destId="{1A7754CB-CA1E-4F11-B420-ADF91C04DB82}"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9C60B2E9-02C5-493F-A8A9-2B58DDAD0516}" type="presParOf" srcId="{1A7754CB-CA1E-4F11-B420-ADF91C04DB82}" destId="{BB49EFED-3CDE-45AD-934A-DECFC3F5E52A}" srcOrd="0" destOrd="0" presId="urn:microsoft.com/office/officeart/2005/8/layout/vList5"/>
    <dgm:cxn modelId="{5562F8A6-7EB1-4BEF-94AC-2C30F11BCCA1}" type="presParOf" srcId="{BB49EFED-3CDE-45AD-934A-DECFC3F5E52A}" destId="{AE5C5CC9-6970-4A5B-A831-AF1368DC75D0}" srcOrd="0" destOrd="0" presId="urn:microsoft.com/office/officeart/2005/8/layout/vList5"/>
    <dgm:cxn modelId="{BCE06657-EB38-4E86-959D-407C44087E43}" type="presParOf" srcId="{BB49EFED-3CDE-45AD-934A-DECFC3F5E52A}" destId="{BB820779-ABE6-4801-9DAF-60AE986E6AB8}" srcOrd="1" destOrd="0" presId="urn:microsoft.com/office/officeart/2005/8/layout/vList5"/>
    <dgm:cxn modelId="{57CE13AE-F60C-4FD8-849B-88D7C0DDAAD4}" type="presParOf" srcId="{1A7754CB-CA1E-4F11-B420-ADF91C04DB82}" destId="{832B19DA-FD4F-4E7D-B9B5-46249FF90D00}" srcOrd="1" destOrd="0" presId="urn:microsoft.com/office/officeart/2005/8/layout/vList5"/>
    <dgm:cxn modelId="{1375D3B4-115B-475C-86A9-17D5A41A7E98}" type="presParOf" srcId="{1A7754CB-CA1E-4F11-B420-ADF91C04DB82}" destId="{D1DA561A-3283-4758-9AAB-16A3F6ED022F}" srcOrd="2" destOrd="0" presId="urn:microsoft.com/office/officeart/2005/8/layout/vList5"/>
    <dgm:cxn modelId="{B51165F7-0339-406D-82D4-9BC70CC9822D}" type="presParOf" srcId="{D1DA561A-3283-4758-9AAB-16A3F6ED022F}" destId="{CD6529A9-35E4-441E-A7EE-8EA0F82F9BF0}" srcOrd="0" destOrd="0" presId="urn:microsoft.com/office/officeart/2005/8/layout/vList5"/>
    <dgm:cxn modelId="{55ECE961-9B64-4664-8617-542334AF840F}" type="presParOf" srcId="{D1DA561A-3283-4758-9AAB-16A3F6ED022F}" destId="{F236A7F3-FB21-45F1-9CF7-01DD05E33E10}" srcOrd="1" destOrd="0" presId="urn:microsoft.com/office/officeart/2005/8/layout/vList5"/>
    <dgm:cxn modelId="{61932001-66D5-48BE-840A-E31EFF29F02A}" type="presParOf" srcId="{1A7754CB-CA1E-4F11-B420-ADF91C04DB82}" destId="{2B25FEA2-7F7E-4715-BE9B-263AB148CAC5}" srcOrd="3" destOrd="0" presId="urn:microsoft.com/office/officeart/2005/8/layout/vList5"/>
    <dgm:cxn modelId="{446822F5-08C8-4774-8448-433C1FF0B258}" type="presParOf" srcId="{1A7754CB-CA1E-4F11-B420-ADF91C04DB82}" destId="{4C3E06DF-DB17-4EBA-A202-830E4B0BCE76}" srcOrd="4" destOrd="0" presId="urn:microsoft.com/office/officeart/2005/8/layout/vList5"/>
    <dgm:cxn modelId="{2021D954-94D0-484A-A5EC-D35D782D6B63}" type="presParOf" srcId="{4C3E06DF-DB17-4EBA-A202-830E4B0BCE76}" destId="{C508E9DF-1AF1-4A14-A680-961F32E0B195}" srcOrd="0" destOrd="0" presId="urn:microsoft.com/office/officeart/2005/8/layout/vList5"/>
    <dgm:cxn modelId="{08DDD16C-A795-49CB-896E-F67FE13244D3}" type="presParOf" srcId="{4C3E06DF-DB17-4EBA-A202-830E4B0BCE76}" destId="{9C7B74C4-D526-45B1-A938-7F68AF31C1BE}" srcOrd="1" destOrd="0" presId="urn:microsoft.com/office/officeart/2005/8/layout/vList5"/>
    <dgm:cxn modelId="{4A17B081-4482-4940-AA3B-A953B7C06A9E}" type="presParOf" srcId="{1A7754CB-CA1E-4F11-B420-ADF91C04DB82}" destId="{BFF3356B-FE5E-45FF-A6E4-4546116B56E7}" srcOrd="5" destOrd="0" presId="urn:microsoft.com/office/officeart/2005/8/layout/vList5"/>
    <dgm:cxn modelId="{203E2921-40E6-4805-927F-CE7EE129F05F}" type="presParOf" srcId="{1A7754CB-CA1E-4F11-B420-ADF91C04DB82}" destId="{B96DA5A6-C7FD-4C4F-A80B-B32E2B44DE15}" srcOrd="6" destOrd="0" presId="urn:microsoft.com/office/officeart/2005/8/layout/vList5"/>
    <dgm:cxn modelId="{66B8E125-8959-4884-94A2-8461E952D160}" type="presParOf" srcId="{B96DA5A6-C7FD-4C4F-A80B-B32E2B44DE15}" destId="{E0E3615D-C470-478E-9E09-4FF9157038F9}" srcOrd="0" destOrd="0" presId="urn:microsoft.com/office/officeart/2005/8/layout/vList5"/>
    <dgm:cxn modelId="{2A9483FF-FEA9-4B85-95CD-F88756E46265}" type="presParOf" srcId="{B96DA5A6-C7FD-4C4F-A80B-B32E2B44DE15}" destId="{AFE45F9C-3744-445E-AE6A-8A7067CCEC36}" srcOrd="1" destOrd="0" presId="urn:microsoft.com/office/officeart/2005/8/layout/vList5"/>
    <dgm:cxn modelId="{B99E2A52-A1AC-4A5F-A660-256D7539430C}" type="presParOf" srcId="{1A7754CB-CA1E-4F11-B420-ADF91C04DB82}" destId="{28EB76D9-BEDA-41A6-B5FF-FDDA89C12141}" srcOrd="7" destOrd="0" presId="urn:microsoft.com/office/officeart/2005/8/layout/vList5"/>
    <dgm:cxn modelId="{D269AE29-5F03-4257-B482-ADAD0B5A47D3}" type="presParOf" srcId="{1A7754CB-CA1E-4F11-B420-ADF91C04DB82}" destId="{07883CBC-E111-4407-ADFD-702616B96D06}" srcOrd="8" destOrd="0" presId="urn:microsoft.com/office/officeart/2005/8/layout/vList5"/>
    <dgm:cxn modelId="{B7DB5646-9096-46CA-B3AB-0D8BA9D387ED}" type="presParOf" srcId="{07883CBC-E111-4407-ADFD-702616B96D06}" destId="{81632AF3-C4D3-42FD-8F56-CC91B73A8F44}" srcOrd="0" destOrd="0" presId="urn:microsoft.com/office/officeart/2005/8/layout/vList5"/>
    <dgm:cxn modelId="{2D4840E3-30CF-4C16-A301-868F6FBDB705}" type="presParOf" srcId="{07883CBC-E111-4407-ADFD-702616B96D06}" destId="{F514797B-3F46-4ABA-8C2F-F7A0AC4498A3}" srcOrd="1" destOrd="0" presId="urn:microsoft.com/office/officeart/2005/8/layout/vList5"/>
    <dgm:cxn modelId="{61BB7F09-A03B-4A15-9CB6-0D3B9E719D75}" type="presParOf" srcId="{1A7754CB-CA1E-4F11-B420-ADF91C04DB82}" destId="{C5C6A9D9-9530-4BB4-B36A-26B7C8B74358}" srcOrd="9" destOrd="0" presId="urn:microsoft.com/office/officeart/2005/8/layout/vList5"/>
    <dgm:cxn modelId="{A1FFEB71-A33C-451F-B916-7E90E2CEA3A1}" type="presParOf" srcId="{1A7754CB-CA1E-4F11-B420-ADF91C04DB82}" destId="{4C2ABD7D-310A-4AB1-A975-2EDF274669D3}" srcOrd="10" destOrd="0" presId="urn:microsoft.com/office/officeart/2005/8/layout/vList5"/>
    <dgm:cxn modelId="{D6AA4810-50F3-4755-99BE-1FEB2DF220FA}" type="presParOf" srcId="{4C2ABD7D-310A-4AB1-A975-2EDF274669D3}" destId="{11EE6C28-789D-4618-A8DA-D9EA3AA8D947}" srcOrd="0" destOrd="0" presId="urn:microsoft.com/office/officeart/2005/8/layout/vList5"/>
    <dgm:cxn modelId="{6A314BF5-34CF-4F44-B174-6224A6509510}" type="presParOf" srcId="{4C2ABD7D-310A-4AB1-A975-2EDF274669D3}" destId="{A38518C0-3C3F-4960-83D8-5931EFE72901}" srcOrd="1" destOrd="0" presId="urn:microsoft.com/office/officeart/2005/8/layout/vList5"/>
    <dgm:cxn modelId="{3B0EC67F-38BC-4F27-97BD-759F762E5AB5}" type="presParOf" srcId="{1A7754CB-CA1E-4F11-B420-ADF91C04DB82}" destId="{836C512E-2A08-498B-A227-02C3A9917EC4}" srcOrd="11" destOrd="0" presId="urn:microsoft.com/office/officeart/2005/8/layout/vList5"/>
    <dgm:cxn modelId="{3FC89969-4E51-4CE5-A0D5-86367F07C8B1}" type="presParOf" srcId="{1A7754CB-CA1E-4F11-B420-ADF91C04DB82}" destId="{2966CE1C-6EAF-4FE6-9A13-DA948F527F83}" srcOrd="12" destOrd="0" presId="urn:microsoft.com/office/officeart/2005/8/layout/vList5"/>
    <dgm:cxn modelId="{ED4AE3FD-7973-478D-ACCA-48C2A39F833F}" type="presParOf" srcId="{2966CE1C-6EAF-4FE6-9A13-DA948F527F83}" destId="{20905F73-3FD2-4584-8BB9-DF781BC5D6EC}" srcOrd="0" destOrd="0" presId="urn:microsoft.com/office/officeart/2005/8/layout/vList5"/>
    <dgm:cxn modelId="{D0B284C3-103B-45FC-8377-1B02B45CABE8}" type="presParOf" srcId="{2966CE1C-6EAF-4FE6-9A13-DA948F527F83}" destId="{03FBE92E-E7AD-4852-A880-D10FA526B2B8}"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400" smtClean="0">
              <a:latin typeface="+mj-lt"/>
            </a:rPr>
            <a:t>Security incident response process, </a:t>
          </a:r>
        </a:p>
        <a:p>
          <a:r>
            <a:rPr lang="en-US" sz="2400" smtClean="0">
              <a:latin typeface="+mj-lt"/>
            </a:rPr>
            <a:t>initiated by ……..</a:t>
          </a:r>
          <a:endParaRPr lang="en-US" sz="24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2400" smtClean="0">
              <a:latin typeface="+mj-lt"/>
            </a:rPr>
            <a:t>Personal data breach management process,</a:t>
          </a:r>
        </a:p>
        <a:p>
          <a:r>
            <a:rPr lang="en-US" sz="2400" smtClean="0">
              <a:latin typeface="+mj-lt"/>
            </a:rPr>
            <a:t>initiated by ……..</a:t>
          </a:r>
          <a:endParaRPr lang="en-US" sz="2400" dirty="0">
            <a:latin typeface="+mj-lt"/>
          </a:endParaRPr>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C606007D-15B2-4FC3-833B-6D2C4B73A29F}">
      <dgm:prSet phldrT="[Text]" custT="1"/>
      <dgm:spPr/>
      <dgm:t>
        <a:bodyPr/>
        <a:lstStyle/>
        <a:p>
          <a:r>
            <a:rPr lang="en-US" sz="3600" smtClean="0"/>
            <a:t>B</a:t>
          </a:r>
          <a:endParaRPr lang="en-US" sz="3600" dirty="0"/>
        </a:p>
      </dgm:t>
    </dgm:pt>
    <dgm:pt modelId="{C16FCBA5-CBBB-49CD-93CD-0E86D5FA875D}" type="parTrans" cxnId="{CF6904CA-BB1E-4E82-B211-C7A1552AA6D1}">
      <dgm:prSet/>
      <dgm:spPr/>
      <dgm:t>
        <a:bodyPr/>
        <a:lstStyle/>
        <a:p>
          <a:endParaRPr lang="en-US" sz="1600"/>
        </a:p>
      </dgm:t>
    </dgm:pt>
    <dgm:pt modelId="{9DC6B7CD-4EE2-4531-AD11-1E309098591F}" type="sibTrans" cxnId="{CF6904CA-BB1E-4E82-B211-C7A1552AA6D1}">
      <dgm:prSet/>
      <dgm:spPr/>
      <dgm:t>
        <a:bodyPr/>
        <a:lstStyle/>
        <a:p>
          <a:endParaRPr lang="en-US" sz="1600"/>
        </a:p>
      </dgm:t>
    </dgm:pt>
    <dgm:pt modelId="{EC77DE72-DA89-4592-988D-04802EC92660}">
      <dgm:prSet phldrT="[Text]" custT="1"/>
      <dgm:spPr/>
      <dgm:t>
        <a:bodyPr/>
        <a:lstStyle/>
        <a:p>
          <a:r>
            <a:rPr lang="en-US" sz="3600" smtClean="0"/>
            <a:t>C</a:t>
          </a:r>
          <a:endParaRPr lang="en-US" sz="3600" dirty="0"/>
        </a:p>
      </dgm:t>
    </dgm:pt>
    <dgm:pt modelId="{DB059640-8DB8-4026-AD7E-8F86A797A87E}" type="parTrans" cxnId="{639380FD-74BE-4D7F-8479-170AD1A79ABC}">
      <dgm:prSet/>
      <dgm:spPr/>
      <dgm:t>
        <a:bodyPr/>
        <a:lstStyle/>
        <a:p>
          <a:endParaRPr lang="en-US" sz="1600"/>
        </a:p>
      </dgm:t>
    </dgm:pt>
    <dgm:pt modelId="{3ABE218A-4882-4F0E-BEAF-249FD498C9E6}" type="sibTrans" cxnId="{639380FD-74BE-4D7F-8479-170AD1A79ABC}">
      <dgm:prSet/>
      <dgm:spPr/>
      <dgm:t>
        <a:bodyPr/>
        <a:lstStyle/>
        <a:p>
          <a:endParaRPr lang="en-US" sz="1600"/>
        </a:p>
      </dgm:t>
    </dgm:pt>
    <dgm:pt modelId="{9F11D1E4-1DFA-4DEE-80C6-1BF71D768BF3}">
      <dgm:prSet phldrT="[Text]" custT="1"/>
      <dgm:spPr/>
      <dgm:t>
        <a:bodyPr/>
        <a:lstStyle/>
        <a:p>
          <a:r>
            <a:rPr lang="en-US" sz="2400" smtClean="0">
              <a:latin typeface="+mj-lt"/>
            </a:rPr>
            <a:t>Other,</a:t>
          </a:r>
        </a:p>
        <a:p>
          <a:r>
            <a:rPr lang="en-US" sz="2400" smtClean="0">
              <a:latin typeface="+mj-lt"/>
            </a:rPr>
            <a:t>initiated by .....</a:t>
          </a:r>
          <a:endParaRPr lang="en-US" sz="2400" dirty="0">
            <a:latin typeface="+mj-lt"/>
          </a:endParaRPr>
        </a:p>
      </dgm:t>
    </dgm:pt>
    <dgm:pt modelId="{4F495345-9229-4813-A211-DC5F0B33794E}" type="parTrans" cxnId="{E0E8CA68-5F0F-478B-BD08-8E75B85A442E}">
      <dgm:prSet/>
      <dgm:spPr/>
      <dgm:t>
        <a:bodyPr/>
        <a:lstStyle/>
        <a:p>
          <a:endParaRPr lang="en-US" sz="1600"/>
        </a:p>
      </dgm:t>
    </dgm:pt>
    <dgm:pt modelId="{EE9D1E37-AA0F-41AC-B1B3-4A560B773A64}" type="sibTrans" cxnId="{E0E8CA68-5F0F-478B-BD08-8E75B85A442E}">
      <dgm:prSet/>
      <dgm:spPr/>
      <dgm:t>
        <a:bodyPr/>
        <a:lstStyle/>
        <a:p>
          <a:endParaRPr lang="en-US" sz="1600"/>
        </a:p>
      </dgm:t>
    </dgm:pt>
    <dgm:pt modelId="{44BA5958-BB09-4A14-B7F8-725E4C57F10B}" type="pres">
      <dgm:prSet presAssocID="{A340CCF0-5AE6-4CFB-AD34-25B0F55EEC7C}" presName="Name0" presStyleCnt="0">
        <dgm:presLayoutVars>
          <dgm:dir/>
          <dgm:animLvl val="lvl"/>
          <dgm:resizeHandles val="exact"/>
        </dgm:presLayoutVars>
      </dgm:prSet>
      <dgm:spPr/>
      <dgm:t>
        <a:bodyPr/>
        <a:lstStyle/>
        <a:p>
          <a:endParaRPr lang="en-US"/>
        </a:p>
      </dgm:t>
    </dgm:pt>
    <dgm:pt modelId="{74815311-BF7B-4612-B990-2952C564994C}" type="pres">
      <dgm:prSet presAssocID="{B23F4277-E061-4A74-BDCF-3D4EBBBFC39A}" presName="linNode" presStyleCnt="0"/>
      <dgm:spPr/>
      <dgm:t>
        <a:bodyPr/>
        <a:lstStyle/>
        <a:p>
          <a:endParaRPr lang="en-US"/>
        </a:p>
      </dgm:t>
    </dgm:pt>
    <dgm:pt modelId="{436873A4-A3F9-42D1-BD2F-8553914EB08E}" type="pres">
      <dgm:prSet presAssocID="{B23F4277-E061-4A74-BDCF-3D4EBBBFC39A}" presName="parentText" presStyleLbl="node1" presStyleIdx="0" presStyleCnt="3">
        <dgm:presLayoutVars>
          <dgm:chMax val="1"/>
          <dgm:bulletEnabled val="1"/>
        </dgm:presLayoutVars>
      </dgm:prSet>
      <dgm:spPr/>
      <dgm:t>
        <a:bodyPr/>
        <a:lstStyle/>
        <a:p>
          <a:endParaRPr lang="en-US"/>
        </a:p>
      </dgm:t>
    </dgm:pt>
    <dgm:pt modelId="{421D5FF6-6D38-4B5F-A7CA-6F3C1D83BF91}" type="pres">
      <dgm:prSet presAssocID="{B23F4277-E061-4A74-BDCF-3D4EBBBFC39A}" presName="descendantText" presStyleLbl="alignAccFollowNode1" presStyleIdx="0" presStyleCnt="3">
        <dgm:presLayoutVars>
          <dgm:bulletEnabled val="1"/>
        </dgm:presLayoutVars>
      </dgm:prSet>
      <dgm:spPr/>
      <dgm:t>
        <a:bodyPr/>
        <a:lstStyle/>
        <a:p>
          <a:endParaRPr lang="en-US"/>
        </a:p>
      </dgm:t>
    </dgm:pt>
    <dgm:pt modelId="{A65151B8-8CA2-4D15-9487-A23E33E16230}" type="pres">
      <dgm:prSet presAssocID="{7AEE54A7-8EED-4C56-9748-F29758B84073}" presName="sp" presStyleCnt="0"/>
      <dgm:spPr/>
      <dgm:t>
        <a:bodyPr/>
        <a:lstStyle/>
        <a:p>
          <a:endParaRPr lang="en-US"/>
        </a:p>
      </dgm:t>
    </dgm:pt>
    <dgm:pt modelId="{86B089E3-B0E0-4D4D-9349-99AF42832D4C}" type="pres">
      <dgm:prSet presAssocID="{C606007D-15B2-4FC3-833B-6D2C4B73A29F}" presName="linNode" presStyleCnt="0"/>
      <dgm:spPr/>
      <dgm:t>
        <a:bodyPr/>
        <a:lstStyle/>
        <a:p>
          <a:endParaRPr lang="en-US"/>
        </a:p>
      </dgm:t>
    </dgm:pt>
    <dgm:pt modelId="{CE958D05-FC2C-41A8-BA48-227BF3E44D3B}" type="pres">
      <dgm:prSet presAssocID="{C606007D-15B2-4FC3-833B-6D2C4B73A29F}" presName="parentText" presStyleLbl="node1" presStyleIdx="1" presStyleCnt="3">
        <dgm:presLayoutVars>
          <dgm:chMax val="1"/>
          <dgm:bulletEnabled val="1"/>
        </dgm:presLayoutVars>
      </dgm:prSet>
      <dgm:spPr/>
      <dgm:t>
        <a:bodyPr/>
        <a:lstStyle/>
        <a:p>
          <a:endParaRPr lang="en-US"/>
        </a:p>
      </dgm:t>
    </dgm:pt>
    <dgm:pt modelId="{6221FB6A-98EF-4B83-AC31-5F30B7B56036}" type="pres">
      <dgm:prSet presAssocID="{C606007D-15B2-4FC3-833B-6D2C4B73A29F}" presName="descendantText" presStyleLbl="alignAccFollowNode1" presStyleIdx="1" presStyleCnt="3">
        <dgm:presLayoutVars>
          <dgm:bulletEnabled val="1"/>
        </dgm:presLayoutVars>
      </dgm:prSet>
      <dgm:spPr/>
      <dgm:t>
        <a:bodyPr/>
        <a:lstStyle/>
        <a:p>
          <a:endParaRPr lang="en-US"/>
        </a:p>
      </dgm:t>
    </dgm:pt>
    <dgm:pt modelId="{DACDA932-870C-476D-9D69-4E5B351C255B}" type="pres">
      <dgm:prSet presAssocID="{9DC6B7CD-4EE2-4531-AD11-1E309098591F}" presName="sp" presStyleCnt="0"/>
      <dgm:spPr/>
      <dgm:t>
        <a:bodyPr/>
        <a:lstStyle/>
        <a:p>
          <a:endParaRPr lang="en-US"/>
        </a:p>
      </dgm:t>
    </dgm:pt>
    <dgm:pt modelId="{1359A18D-53BC-4CB7-B189-45E9AC7374B8}" type="pres">
      <dgm:prSet presAssocID="{EC77DE72-DA89-4592-988D-04802EC92660}" presName="linNode" presStyleCnt="0"/>
      <dgm:spPr/>
      <dgm:t>
        <a:bodyPr/>
        <a:lstStyle/>
        <a:p>
          <a:endParaRPr lang="en-US"/>
        </a:p>
      </dgm:t>
    </dgm:pt>
    <dgm:pt modelId="{68418619-69F4-44FE-B795-60D7CBC33A4C}" type="pres">
      <dgm:prSet presAssocID="{EC77DE72-DA89-4592-988D-04802EC92660}" presName="parentText" presStyleLbl="node1" presStyleIdx="2" presStyleCnt="3">
        <dgm:presLayoutVars>
          <dgm:chMax val="1"/>
          <dgm:bulletEnabled val="1"/>
        </dgm:presLayoutVars>
      </dgm:prSet>
      <dgm:spPr/>
      <dgm:t>
        <a:bodyPr/>
        <a:lstStyle/>
        <a:p>
          <a:endParaRPr lang="en-US"/>
        </a:p>
      </dgm:t>
    </dgm:pt>
    <dgm:pt modelId="{3157FC98-78BB-4214-8958-D40608A8DD46}" type="pres">
      <dgm:prSet presAssocID="{EC77DE72-DA89-4592-988D-04802EC92660}" presName="descendantText" presStyleLbl="alignAccFollowNode1" presStyleIdx="2" presStyleCnt="3">
        <dgm:presLayoutVars>
          <dgm:bulletEnabled val="1"/>
        </dgm:presLayoutVars>
      </dgm:prSet>
      <dgm:spPr/>
      <dgm:t>
        <a:bodyPr/>
        <a:lstStyle/>
        <a:p>
          <a:endParaRPr lang="en-US"/>
        </a:p>
      </dgm:t>
    </dgm:pt>
  </dgm:ptLst>
  <dgm:cxnLst>
    <dgm:cxn modelId="{10B2734D-E97B-4038-843B-857ED7FD9638}" type="presOf" srcId="{9F11D1E4-1DFA-4DEE-80C6-1BF71D768BF3}" destId="{3157FC98-78BB-4214-8958-D40608A8DD46}" srcOrd="0" destOrd="0" presId="urn:microsoft.com/office/officeart/2005/8/layout/vList5"/>
    <dgm:cxn modelId="{1F5CE2D0-81D2-487D-B17F-3CCE5E01011A}" type="presOf" srcId="{B23F4277-E061-4A74-BDCF-3D4EBBBFC39A}" destId="{436873A4-A3F9-42D1-BD2F-8553914EB08E}" srcOrd="0" destOrd="0" presId="urn:microsoft.com/office/officeart/2005/8/layout/vList5"/>
    <dgm:cxn modelId="{639380FD-74BE-4D7F-8479-170AD1A79ABC}" srcId="{A340CCF0-5AE6-4CFB-AD34-25B0F55EEC7C}" destId="{EC77DE72-DA89-4592-988D-04802EC92660}" srcOrd="2" destOrd="0" parTransId="{DB059640-8DB8-4026-AD7E-8F86A797A87E}" sibTransId="{3ABE218A-4882-4F0E-BEAF-249FD498C9E6}"/>
    <dgm:cxn modelId="{68CCB47F-9308-4D52-8176-02238B782C25}" type="presOf" srcId="{C606007D-15B2-4FC3-833B-6D2C4B73A29F}" destId="{CE958D05-FC2C-41A8-BA48-227BF3E44D3B}" srcOrd="0" destOrd="0" presId="urn:microsoft.com/office/officeart/2005/8/layout/vList5"/>
    <dgm:cxn modelId="{ECB63218-8D26-4CB2-AB96-C73050BAFB71}" type="presOf" srcId="{7E0C4C1C-544F-4A2C-9B9D-3BA765CEDAED}" destId="{421D5FF6-6D38-4B5F-A7CA-6F3C1D83BF91}"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4567569C-E82F-4BCA-91FA-1425A5F22962}" type="presOf" srcId="{A340CCF0-5AE6-4CFB-AD34-25B0F55EEC7C}" destId="{44BA5958-BB09-4A14-B7F8-725E4C57F10B}" srcOrd="0" destOrd="0" presId="urn:microsoft.com/office/officeart/2005/8/layout/vList5"/>
    <dgm:cxn modelId="{4BE35F4C-539E-46B0-9305-15D6A258B3B6}" type="presOf" srcId="{DAF51508-E6F5-4E68-85B1-E5457FE8EC14}" destId="{6221FB6A-98EF-4B83-AC31-5F30B7B56036}" srcOrd="0" destOrd="0" presId="urn:microsoft.com/office/officeart/2005/8/layout/vList5"/>
    <dgm:cxn modelId="{D1F1425A-E1CB-4DF3-9E04-4D96631A5B1C}" type="presOf" srcId="{EC77DE72-DA89-4592-988D-04802EC92660}" destId="{68418619-69F4-44FE-B795-60D7CBC33A4C}" srcOrd="0" destOrd="0" presId="urn:microsoft.com/office/officeart/2005/8/layout/vList5"/>
    <dgm:cxn modelId="{0E53EEEE-3C3B-4902-BF4C-F30F65E41AFF}" srcId="{C606007D-15B2-4FC3-833B-6D2C4B73A29F}" destId="{DAF51508-E6F5-4E68-85B1-E5457FE8EC14}" srcOrd="0" destOrd="0" parTransId="{C4338DF6-6357-4B11-8350-6DE33555E285}" sibTransId="{3A5522DF-E11A-4932-9F73-A50087ABB334}"/>
    <dgm:cxn modelId="{CF6904CA-BB1E-4E82-B211-C7A1552AA6D1}" srcId="{A340CCF0-5AE6-4CFB-AD34-25B0F55EEC7C}" destId="{C606007D-15B2-4FC3-833B-6D2C4B73A29F}" srcOrd="1" destOrd="0" parTransId="{C16FCBA5-CBBB-49CD-93CD-0E86D5FA875D}" sibTransId="{9DC6B7CD-4EE2-4531-AD11-1E309098591F}"/>
    <dgm:cxn modelId="{E15AFC2F-0AB7-477A-8CAC-8F3A56FEEA79}" srcId="{B23F4277-E061-4A74-BDCF-3D4EBBBFC39A}" destId="{7E0C4C1C-544F-4A2C-9B9D-3BA765CEDAED}" srcOrd="0" destOrd="0" parTransId="{E4E194C5-D58B-4963-8403-0E29CC7C91C0}" sibTransId="{7E999C5D-E89B-4F7C-B5B1-35125D273C10}"/>
    <dgm:cxn modelId="{E0E8CA68-5F0F-478B-BD08-8E75B85A442E}" srcId="{EC77DE72-DA89-4592-988D-04802EC92660}" destId="{9F11D1E4-1DFA-4DEE-80C6-1BF71D768BF3}" srcOrd="0" destOrd="0" parTransId="{4F495345-9229-4813-A211-DC5F0B33794E}" sibTransId="{EE9D1E37-AA0F-41AC-B1B3-4A560B773A64}"/>
    <dgm:cxn modelId="{CC6C880E-4523-4F3A-95A1-D26B69F1ECA6}" type="presParOf" srcId="{44BA5958-BB09-4A14-B7F8-725E4C57F10B}" destId="{74815311-BF7B-4612-B990-2952C564994C}" srcOrd="0" destOrd="0" presId="urn:microsoft.com/office/officeart/2005/8/layout/vList5"/>
    <dgm:cxn modelId="{C8A7DF97-4B7C-4F63-9BA9-ACE6903F2A4C}" type="presParOf" srcId="{74815311-BF7B-4612-B990-2952C564994C}" destId="{436873A4-A3F9-42D1-BD2F-8553914EB08E}" srcOrd="0" destOrd="0" presId="urn:microsoft.com/office/officeart/2005/8/layout/vList5"/>
    <dgm:cxn modelId="{76048B95-67D3-4CFA-9DCB-27B2D99C228E}" type="presParOf" srcId="{74815311-BF7B-4612-B990-2952C564994C}" destId="{421D5FF6-6D38-4B5F-A7CA-6F3C1D83BF91}" srcOrd="1" destOrd="0" presId="urn:microsoft.com/office/officeart/2005/8/layout/vList5"/>
    <dgm:cxn modelId="{DECC581B-19F5-4CA2-A348-809384286546}" type="presParOf" srcId="{44BA5958-BB09-4A14-B7F8-725E4C57F10B}" destId="{A65151B8-8CA2-4D15-9487-A23E33E16230}" srcOrd="1" destOrd="0" presId="urn:microsoft.com/office/officeart/2005/8/layout/vList5"/>
    <dgm:cxn modelId="{0238600F-F426-4AC2-9FF6-5FCD9665DD69}" type="presParOf" srcId="{44BA5958-BB09-4A14-B7F8-725E4C57F10B}" destId="{86B089E3-B0E0-4D4D-9349-99AF42832D4C}" srcOrd="2" destOrd="0" presId="urn:microsoft.com/office/officeart/2005/8/layout/vList5"/>
    <dgm:cxn modelId="{972B1CA5-C5DA-47C9-AB40-DD32DBA53BEC}" type="presParOf" srcId="{86B089E3-B0E0-4D4D-9349-99AF42832D4C}" destId="{CE958D05-FC2C-41A8-BA48-227BF3E44D3B}" srcOrd="0" destOrd="0" presId="urn:microsoft.com/office/officeart/2005/8/layout/vList5"/>
    <dgm:cxn modelId="{96A50753-DCD2-4094-9869-6772FDE03DDF}" type="presParOf" srcId="{86B089E3-B0E0-4D4D-9349-99AF42832D4C}" destId="{6221FB6A-98EF-4B83-AC31-5F30B7B56036}" srcOrd="1" destOrd="0" presId="urn:microsoft.com/office/officeart/2005/8/layout/vList5"/>
    <dgm:cxn modelId="{C68195F1-35A5-46C8-8E15-5083D01E0C55}" type="presParOf" srcId="{44BA5958-BB09-4A14-B7F8-725E4C57F10B}" destId="{DACDA932-870C-476D-9D69-4E5B351C255B}" srcOrd="3" destOrd="0" presId="urn:microsoft.com/office/officeart/2005/8/layout/vList5"/>
    <dgm:cxn modelId="{DB59A9F7-4E35-4796-B8F9-112A7A4EEB4A}" type="presParOf" srcId="{44BA5958-BB09-4A14-B7F8-725E4C57F10B}" destId="{1359A18D-53BC-4CB7-B189-45E9AC7374B8}" srcOrd="4" destOrd="0" presId="urn:microsoft.com/office/officeart/2005/8/layout/vList5"/>
    <dgm:cxn modelId="{48663F75-831D-4C5C-9537-98E7BF79067F}" type="presParOf" srcId="{1359A18D-53BC-4CB7-B189-45E9AC7374B8}" destId="{68418619-69F4-44FE-B795-60D7CBC33A4C}" srcOrd="0" destOrd="0" presId="urn:microsoft.com/office/officeart/2005/8/layout/vList5"/>
    <dgm:cxn modelId="{0580913D-189C-408D-BAAB-1F9A75A55EC9}" type="presParOf" srcId="{1359A18D-53BC-4CB7-B189-45E9AC7374B8}" destId="{3157FC98-78BB-4214-8958-D40608A8DD46}"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000" smtClean="0">
              <a:latin typeface="+mj-lt"/>
            </a:rPr>
            <a:t>Isolate the compromised server</a:t>
          </a:r>
          <a:endParaRPr lang="en-US" sz="20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000" smtClean="0">
              <a:latin typeface="+mj-lt"/>
            </a:rPr>
            <a:t>Force change of passwords for all users</a:t>
          </a:r>
          <a:endParaRPr lang="en-US" sz="20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2800" b="0" smtClean="0">
              <a:latin typeface="+mj-lt"/>
            </a:rPr>
            <a:t>C</a:t>
          </a:r>
          <a:endParaRPr lang="en-US" sz="2800" b="0" dirty="0">
            <a:latin typeface="+mj-lt"/>
          </a:endParaRPr>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000" smtClean="0">
              <a:latin typeface="+mj-lt"/>
            </a:rPr>
            <a:t>Rebuild the server, including updating and patching</a:t>
          </a:r>
          <a:endParaRPr lang="en-US" sz="20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44C81567-38C9-4E2A-A5F8-F577E7B731B8}">
      <dgm:prSet phldrT="[Text]" custT="1"/>
      <dgm:spPr/>
      <dgm:t>
        <a:bodyPr anchor="ctr" anchorCtr="0"/>
        <a:lstStyle/>
        <a:p>
          <a:r>
            <a:rPr lang="en-US" sz="2000" smtClean="0">
              <a:latin typeface="+mj-lt"/>
            </a:rPr>
            <a:t>Monitor network traffic</a:t>
          </a:r>
          <a:endParaRPr lang="en-US" sz="2000" dirty="0">
            <a:latin typeface="+mj-lt"/>
          </a:endParaRPr>
        </a:p>
      </dgm:t>
    </dgm:pt>
    <dgm:pt modelId="{345C8BD9-82F4-4EF3-8EAC-CF460FA13B0C}" type="parTrans" cxnId="{806640AF-6017-4E35-858D-99439F3BE022}">
      <dgm:prSet/>
      <dgm:spPr/>
      <dgm:t>
        <a:bodyPr/>
        <a:lstStyle/>
        <a:p>
          <a:endParaRPr lang="en-US" sz="1600"/>
        </a:p>
      </dgm:t>
    </dgm:pt>
    <dgm:pt modelId="{8EDA5B6D-C43B-41F2-9DF1-900ACBD55EC9}" type="sibTrans" cxnId="{806640AF-6017-4E35-858D-99439F3BE022}">
      <dgm:prSet/>
      <dgm:spPr/>
      <dgm:t>
        <a:bodyPr/>
        <a:lstStyle/>
        <a:p>
          <a:endParaRPr lang="en-US" sz="1600"/>
        </a:p>
      </dgm:t>
    </dgm:pt>
    <dgm:pt modelId="{10A8DDA4-6B97-41F0-830C-036F980F1F25}">
      <dgm:prSet phldrT="[Text]" custT="1"/>
      <dgm:spPr/>
      <dgm:t>
        <a:bodyPr/>
        <a:lstStyle/>
        <a:p>
          <a:r>
            <a:rPr lang="en-US" sz="2800" b="0" smtClean="0">
              <a:latin typeface="+mj-lt"/>
            </a:rPr>
            <a:t>D</a:t>
          </a:r>
          <a:endParaRPr lang="en-US" sz="2800" b="0" dirty="0">
            <a:latin typeface="+mj-lt"/>
          </a:endParaRPr>
        </a:p>
      </dgm:t>
    </dgm:pt>
    <dgm:pt modelId="{45092E9C-CF0F-4669-B2A8-0744E43590EC}" type="parTrans" cxnId="{4F32EFCC-6088-4DE8-85AC-5AF72AC5E81A}">
      <dgm:prSet/>
      <dgm:spPr/>
      <dgm:t>
        <a:bodyPr/>
        <a:lstStyle/>
        <a:p>
          <a:endParaRPr lang="en-US" sz="1600"/>
        </a:p>
      </dgm:t>
    </dgm:pt>
    <dgm:pt modelId="{27378BC8-FCC6-4598-BB24-3C32ED98DFB2}" type="sibTrans" cxnId="{4F32EFCC-6088-4DE8-85AC-5AF72AC5E81A}">
      <dgm:prSet/>
      <dgm:spPr/>
      <dgm:t>
        <a:bodyPr/>
        <a:lstStyle/>
        <a:p>
          <a:endParaRPr lang="en-US" sz="1600"/>
        </a:p>
      </dgm:t>
    </dgm:pt>
    <dgm:pt modelId="{327966E0-6D42-4DD7-9AF2-7C24C419AE52}">
      <dgm:prSet phldrT="[Text]" custT="1"/>
      <dgm:spPr/>
      <dgm:t>
        <a:bodyPr/>
        <a:lstStyle/>
        <a:p>
          <a:r>
            <a:rPr lang="en-US" sz="2800" b="0" smtClean="0">
              <a:latin typeface="+mj-lt"/>
            </a:rPr>
            <a:t>E</a:t>
          </a:r>
          <a:endParaRPr lang="en-US" sz="2800" b="0" dirty="0">
            <a:latin typeface="+mj-lt"/>
          </a:endParaRPr>
        </a:p>
      </dgm:t>
    </dgm:pt>
    <dgm:pt modelId="{8CED7BDA-F4F5-46EE-AD26-9729E87E1EDC}" type="parTrans" cxnId="{87470B3C-17A5-4D6D-8F7D-A9F14254BAFB}">
      <dgm:prSet/>
      <dgm:spPr/>
      <dgm:t>
        <a:bodyPr/>
        <a:lstStyle/>
        <a:p>
          <a:endParaRPr lang="en-US" sz="1600"/>
        </a:p>
      </dgm:t>
    </dgm:pt>
    <dgm:pt modelId="{B9C67B89-F440-4C63-94FA-3DB22083D351}" type="sibTrans" cxnId="{87470B3C-17A5-4D6D-8F7D-A9F14254BAFB}">
      <dgm:prSet/>
      <dgm:spPr/>
      <dgm:t>
        <a:bodyPr/>
        <a:lstStyle/>
        <a:p>
          <a:endParaRPr lang="en-US" sz="1600"/>
        </a:p>
      </dgm:t>
    </dgm:pt>
    <dgm:pt modelId="{661D5167-F04A-4FF7-ADC1-D4268235EBD0}">
      <dgm:prSet phldrT="[Text]" custT="1"/>
      <dgm:spPr/>
      <dgm:t>
        <a:bodyPr anchor="ctr" anchorCtr="0"/>
        <a:lstStyle/>
        <a:p>
          <a:r>
            <a:rPr lang="en-US" sz="2000" smtClean="0">
              <a:latin typeface="+mj-lt"/>
            </a:rPr>
            <a:t>Review firewall settings</a:t>
          </a:r>
          <a:endParaRPr lang="en-US" sz="2000" dirty="0">
            <a:latin typeface="+mj-lt"/>
          </a:endParaRPr>
        </a:p>
      </dgm:t>
    </dgm:pt>
    <dgm:pt modelId="{0A955E8C-BB8E-4F61-8208-8A4CB16862D5}" type="parTrans" cxnId="{E9894609-4BDA-4FAC-9F5F-5999F219F98F}">
      <dgm:prSet/>
      <dgm:spPr/>
      <dgm:t>
        <a:bodyPr/>
        <a:lstStyle/>
        <a:p>
          <a:endParaRPr lang="en-US" sz="1600"/>
        </a:p>
      </dgm:t>
    </dgm:pt>
    <dgm:pt modelId="{EDE0370F-8054-470A-A456-1E022950A740}" type="sibTrans" cxnId="{E9894609-4BDA-4FAC-9F5F-5999F219F98F}">
      <dgm:prSet/>
      <dgm:spPr/>
      <dgm:t>
        <a:bodyPr/>
        <a:lstStyle/>
        <a:p>
          <a:endParaRPr lang="en-US" sz="1600"/>
        </a:p>
      </dgm:t>
    </dgm:pt>
    <dgm:pt modelId="{BE0A6930-CBCF-4955-98C7-4C5674575D72}">
      <dgm:prSet phldrT="[Text]" custT="1"/>
      <dgm:spPr/>
      <dgm:t>
        <a:bodyPr/>
        <a:lstStyle/>
        <a:p>
          <a:r>
            <a:rPr lang="en-US" sz="2800" b="0" smtClean="0">
              <a:latin typeface="+mj-lt"/>
            </a:rPr>
            <a:t>F</a:t>
          </a:r>
          <a:endParaRPr lang="en-US" sz="2800" b="0" dirty="0">
            <a:latin typeface="+mj-lt"/>
          </a:endParaRPr>
        </a:p>
      </dgm:t>
    </dgm:pt>
    <dgm:pt modelId="{93CF2D00-64BF-4B00-8222-4091FAD9A877}" type="parTrans" cxnId="{B9B3D37C-3A66-4BB2-A167-C744D59463D6}">
      <dgm:prSet/>
      <dgm:spPr/>
      <dgm:t>
        <a:bodyPr/>
        <a:lstStyle/>
        <a:p>
          <a:endParaRPr lang="en-US" sz="1600"/>
        </a:p>
      </dgm:t>
    </dgm:pt>
    <dgm:pt modelId="{38F01052-8AA4-4FFA-8666-E01B60EB5260}" type="sibTrans" cxnId="{B9B3D37C-3A66-4BB2-A167-C744D59463D6}">
      <dgm:prSet/>
      <dgm:spPr/>
      <dgm:t>
        <a:bodyPr/>
        <a:lstStyle/>
        <a:p>
          <a:endParaRPr lang="en-US" sz="1600"/>
        </a:p>
      </dgm:t>
    </dgm:pt>
    <dgm:pt modelId="{88ECBC31-E864-4C83-A746-D258AA8FC8B3}">
      <dgm:prSet phldrT="[Text]" custT="1"/>
      <dgm:spPr/>
      <dgm:t>
        <a:bodyPr anchor="ctr" anchorCtr="0"/>
        <a:lstStyle/>
        <a:p>
          <a:r>
            <a:rPr lang="en-US" sz="2000" smtClean="0">
              <a:latin typeface="+mj-lt"/>
            </a:rPr>
            <a:t>Inform users that their credentials have been leaked</a:t>
          </a:r>
          <a:endParaRPr lang="en-US" sz="2000" dirty="0">
            <a:latin typeface="+mj-lt"/>
          </a:endParaRPr>
        </a:p>
      </dgm:t>
    </dgm:pt>
    <dgm:pt modelId="{9C0F4C14-E753-4B55-85AF-C6E142F35367}" type="parTrans" cxnId="{3AF54992-3F2F-4C73-A292-E49CB6B996C8}">
      <dgm:prSet/>
      <dgm:spPr/>
      <dgm:t>
        <a:bodyPr/>
        <a:lstStyle/>
        <a:p>
          <a:endParaRPr lang="en-US" sz="1600"/>
        </a:p>
      </dgm:t>
    </dgm:pt>
    <dgm:pt modelId="{88750314-2B48-4FDB-B695-DE2B35AC26C0}" type="sibTrans" cxnId="{3AF54992-3F2F-4C73-A292-E49CB6B996C8}">
      <dgm:prSet/>
      <dgm:spPr/>
      <dgm:t>
        <a:bodyPr/>
        <a:lstStyle/>
        <a:p>
          <a:endParaRPr lang="en-US" sz="1600"/>
        </a:p>
      </dgm:t>
    </dgm:pt>
    <dgm:pt modelId="{EA8BB6F6-CBE2-4F22-B76D-72B310E1FD2E}">
      <dgm:prSet phldrT="[Text]" custT="1"/>
      <dgm:spPr/>
      <dgm:t>
        <a:bodyPr/>
        <a:lstStyle/>
        <a:p>
          <a:r>
            <a:rPr lang="en-US" sz="2800" b="0" smtClean="0">
              <a:latin typeface="+mj-lt"/>
            </a:rPr>
            <a:t>G</a:t>
          </a:r>
          <a:endParaRPr lang="en-US" sz="2800" b="0" dirty="0">
            <a:latin typeface="+mj-lt"/>
          </a:endParaRPr>
        </a:p>
      </dgm:t>
    </dgm:pt>
    <dgm:pt modelId="{650A23F6-8CE5-4CEB-93B8-EEB2DA07C2ED}" type="parTrans" cxnId="{AEF77757-C530-417E-BD8C-B0DA0F0A063D}">
      <dgm:prSet/>
      <dgm:spPr/>
      <dgm:t>
        <a:bodyPr/>
        <a:lstStyle/>
        <a:p>
          <a:endParaRPr lang="en-US" sz="1600"/>
        </a:p>
      </dgm:t>
    </dgm:pt>
    <dgm:pt modelId="{1741931F-9732-4A95-A4FD-FF3A159E34A3}" type="sibTrans" cxnId="{AEF77757-C530-417E-BD8C-B0DA0F0A063D}">
      <dgm:prSet/>
      <dgm:spPr/>
      <dgm:t>
        <a:bodyPr/>
        <a:lstStyle/>
        <a:p>
          <a:endParaRPr lang="en-US" sz="1600"/>
        </a:p>
      </dgm:t>
    </dgm:pt>
    <dgm:pt modelId="{27186113-4FAC-42DD-BF7D-7991915726AB}">
      <dgm:prSet phldrT="[Text]" custT="1"/>
      <dgm:spPr/>
      <dgm:t>
        <a:bodyPr anchor="ctr" anchorCtr="0"/>
        <a:lstStyle/>
        <a:p>
          <a:r>
            <a:rPr lang="en-US" sz="2000" smtClean="0">
              <a:latin typeface="+mj-lt"/>
            </a:rPr>
            <a:t>Other</a:t>
          </a:r>
          <a:endParaRPr lang="en-US" sz="2000" dirty="0">
            <a:latin typeface="+mj-lt"/>
          </a:endParaRPr>
        </a:p>
      </dgm:t>
    </dgm:pt>
    <dgm:pt modelId="{04E59B5B-411B-4960-ACFC-BB6373447E1E}" type="parTrans" cxnId="{09255F83-02BA-42D8-B917-AB30682D24A8}">
      <dgm:prSet/>
      <dgm:spPr/>
      <dgm:t>
        <a:bodyPr/>
        <a:lstStyle/>
        <a:p>
          <a:endParaRPr lang="en-US" sz="1600"/>
        </a:p>
      </dgm:t>
    </dgm:pt>
    <dgm:pt modelId="{1DB0E71A-8C44-493E-AC06-11A20E53C309}" type="sibTrans" cxnId="{09255F83-02BA-42D8-B917-AB30682D24A8}">
      <dgm:prSet/>
      <dgm:spPr/>
      <dgm:t>
        <a:bodyPr/>
        <a:lstStyle/>
        <a:p>
          <a:endParaRPr lang="en-US" sz="1600"/>
        </a:p>
      </dgm:t>
    </dgm:pt>
    <dgm:pt modelId="{3AD31E2E-C736-4BA1-A58F-AC0E71AB2232}" type="pres">
      <dgm:prSet presAssocID="{A340CCF0-5AE6-4CFB-AD34-25B0F55EEC7C}" presName="Name0" presStyleCnt="0">
        <dgm:presLayoutVars>
          <dgm:dir/>
          <dgm:animLvl val="lvl"/>
          <dgm:resizeHandles val="exact"/>
        </dgm:presLayoutVars>
      </dgm:prSet>
      <dgm:spPr/>
      <dgm:t>
        <a:bodyPr/>
        <a:lstStyle/>
        <a:p>
          <a:endParaRPr lang="en-US"/>
        </a:p>
      </dgm:t>
    </dgm:pt>
    <dgm:pt modelId="{8B221532-8ACC-4A13-93A1-59D589901E9F}" type="pres">
      <dgm:prSet presAssocID="{B23F4277-E061-4A74-BDCF-3D4EBBBFC39A}" presName="linNode" presStyleCnt="0"/>
      <dgm:spPr/>
      <dgm:t>
        <a:bodyPr/>
        <a:lstStyle/>
        <a:p>
          <a:endParaRPr lang="en-US"/>
        </a:p>
      </dgm:t>
    </dgm:pt>
    <dgm:pt modelId="{38750E3B-0D5D-4555-8C68-1C82D154C272}" type="pres">
      <dgm:prSet presAssocID="{B23F4277-E061-4A74-BDCF-3D4EBBBFC39A}" presName="parentText" presStyleLbl="node1" presStyleIdx="0" presStyleCnt="7">
        <dgm:presLayoutVars>
          <dgm:chMax val="1"/>
          <dgm:bulletEnabled val="1"/>
        </dgm:presLayoutVars>
      </dgm:prSet>
      <dgm:spPr/>
      <dgm:t>
        <a:bodyPr/>
        <a:lstStyle/>
        <a:p>
          <a:endParaRPr lang="en-US"/>
        </a:p>
      </dgm:t>
    </dgm:pt>
    <dgm:pt modelId="{5746F294-4A5F-412B-9794-BF370A6605CB}" type="pres">
      <dgm:prSet presAssocID="{B23F4277-E061-4A74-BDCF-3D4EBBBFC39A}" presName="descendantText" presStyleLbl="alignAccFollowNode1" presStyleIdx="0" presStyleCnt="7">
        <dgm:presLayoutVars>
          <dgm:bulletEnabled val="1"/>
        </dgm:presLayoutVars>
      </dgm:prSet>
      <dgm:spPr/>
      <dgm:t>
        <a:bodyPr/>
        <a:lstStyle/>
        <a:p>
          <a:endParaRPr lang="en-US"/>
        </a:p>
      </dgm:t>
    </dgm:pt>
    <dgm:pt modelId="{4A9BD7FF-55EB-4126-8A8D-16D307DFF871}" type="pres">
      <dgm:prSet presAssocID="{7AEE54A7-8EED-4C56-9748-F29758B84073}" presName="sp" presStyleCnt="0"/>
      <dgm:spPr/>
      <dgm:t>
        <a:bodyPr/>
        <a:lstStyle/>
        <a:p>
          <a:endParaRPr lang="en-US"/>
        </a:p>
      </dgm:t>
    </dgm:pt>
    <dgm:pt modelId="{F2D4B2C5-96A0-43C5-BBA1-AC458F61EB97}" type="pres">
      <dgm:prSet presAssocID="{DAF51508-E6F5-4E68-85B1-E5457FE8EC14}" presName="linNode" presStyleCnt="0"/>
      <dgm:spPr/>
      <dgm:t>
        <a:bodyPr/>
        <a:lstStyle/>
        <a:p>
          <a:endParaRPr lang="en-US"/>
        </a:p>
      </dgm:t>
    </dgm:pt>
    <dgm:pt modelId="{ACD39A6D-F4D5-451A-A312-850EFD7F5566}" type="pres">
      <dgm:prSet presAssocID="{DAF51508-E6F5-4E68-85B1-E5457FE8EC14}" presName="parentText" presStyleLbl="node1" presStyleIdx="1" presStyleCnt="7">
        <dgm:presLayoutVars>
          <dgm:chMax val="1"/>
          <dgm:bulletEnabled val="1"/>
        </dgm:presLayoutVars>
      </dgm:prSet>
      <dgm:spPr/>
      <dgm:t>
        <a:bodyPr/>
        <a:lstStyle/>
        <a:p>
          <a:endParaRPr lang="en-US"/>
        </a:p>
      </dgm:t>
    </dgm:pt>
    <dgm:pt modelId="{D70F7F61-4E36-499E-9E0E-7580B15D8400}" type="pres">
      <dgm:prSet presAssocID="{DAF51508-E6F5-4E68-85B1-E5457FE8EC14}" presName="descendantText" presStyleLbl="alignAccFollowNode1" presStyleIdx="1" presStyleCnt="7">
        <dgm:presLayoutVars>
          <dgm:bulletEnabled val="1"/>
        </dgm:presLayoutVars>
      </dgm:prSet>
      <dgm:spPr/>
      <dgm:t>
        <a:bodyPr/>
        <a:lstStyle/>
        <a:p>
          <a:endParaRPr lang="en-US"/>
        </a:p>
      </dgm:t>
    </dgm:pt>
    <dgm:pt modelId="{E6153702-CEB9-461F-B823-D31CA45F7EF6}" type="pres">
      <dgm:prSet presAssocID="{3A5522DF-E11A-4932-9F73-A50087ABB334}" presName="sp" presStyleCnt="0"/>
      <dgm:spPr/>
      <dgm:t>
        <a:bodyPr/>
        <a:lstStyle/>
        <a:p>
          <a:endParaRPr lang="en-US"/>
        </a:p>
      </dgm:t>
    </dgm:pt>
    <dgm:pt modelId="{BCE2BD33-A65A-45C1-AAE3-010785008FD3}" type="pres">
      <dgm:prSet presAssocID="{F227CE28-99EE-4531-BBE4-D826A75315A0}" presName="linNode" presStyleCnt="0"/>
      <dgm:spPr/>
      <dgm:t>
        <a:bodyPr/>
        <a:lstStyle/>
        <a:p>
          <a:endParaRPr lang="en-US"/>
        </a:p>
      </dgm:t>
    </dgm:pt>
    <dgm:pt modelId="{F4AED88D-12D3-4B2F-B7C1-089BB6460DEC}" type="pres">
      <dgm:prSet presAssocID="{F227CE28-99EE-4531-BBE4-D826A75315A0}" presName="parentText" presStyleLbl="node1" presStyleIdx="2" presStyleCnt="7">
        <dgm:presLayoutVars>
          <dgm:chMax val="1"/>
          <dgm:bulletEnabled val="1"/>
        </dgm:presLayoutVars>
      </dgm:prSet>
      <dgm:spPr/>
      <dgm:t>
        <a:bodyPr/>
        <a:lstStyle/>
        <a:p>
          <a:endParaRPr lang="en-US"/>
        </a:p>
      </dgm:t>
    </dgm:pt>
    <dgm:pt modelId="{12C665FB-FEE3-44E2-8336-0C77483C8897}" type="pres">
      <dgm:prSet presAssocID="{F227CE28-99EE-4531-BBE4-D826A75315A0}" presName="descendantText" presStyleLbl="alignAccFollowNode1" presStyleIdx="2" presStyleCnt="7">
        <dgm:presLayoutVars>
          <dgm:bulletEnabled val="1"/>
        </dgm:presLayoutVars>
      </dgm:prSet>
      <dgm:spPr/>
      <dgm:t>
        <a:bodyPr/>
        <a:lstStyle/>
        <a:p>
          <a:endParaRPr lang="en-US"/>
        </a:p>
      </dgm:t>
    </dgm:pt>
    <dgm:pt modelId="{3519E167-3643-4707-B07A-E76152A2138A}" type="pres">
      <dgm:prSet presAssocID="{6AF07DAE-54D8-471B-803C-1F13A643D494}" presName="sp" presStyleCnt="0"/>
      <dgm:spPr/>
      <dgm:t>
        <a:bodyPr/>
        <a:lstStyle/>
        <a:p>
          <a:endParaRPr lang="en-US"/>
        </a:p>
      </dgm:t>
    </dgm:pt>
    <dgm:pt modelId="{DCEDDB42-A8CF-435A-9C68-A4A314D047EB}" type="pres">
      <dgm:prSet presAssocID="{10A8DDA4-6B97-41F0-830C-036F980F1F25}" presName="linNode" presStyleCnt="0"/>
      <dgm:spPr/>
      <dgm:t>
        <a:bodyPr/>
        <a:lstStyle/>
        <a:p>
          <a:endParaRPr lang="en-US"/>
        </a:p>
      </dgm:t>
    </dgm:pt>
    <dgm:pt modelId="{4344599B-8DB2-4223-B289-89E44B69ECE9}" type="pres">
      <dgm:prSet presAssocID="{10A8DDA4-6B97-41F0-830C-036F980F1F25}" presName="parentText" presStyleLbl="node1" presStyleIdx="3" presStyleCnt="7">
        <dgm:presLayoutVars>
          <dgm:chMax val="1"/>
          <dgm:bulletEnabled val="1"/>
        </dgm:presLayoutVars>
      </dgm:prSet>
      <dgm:spPr/>
      <dgm:t>
        <a:bodyPr/>
        <a:lstStyle/>
        <a:p>
          <a:endParaRPr lang="en-US"/>
        </a:p>
      </dgm:t>
    </dgm:pt>
    <dgm:pt modelId="{CE1B959A-923A-4648-A113-68B7BAC67FDB}" type="pres">
      <dgm:prSet presAssocID="{10A8DDA4-6B97-41F0-830C-036F980F1F25}" presName="descendantText" presStyleLbl="alignAccFollowNode1" presStyleIdx="3" presStyleCnt="7">
        <dgm:presLayoutVars>
          <dgm:bulletEnabled val="1"/>
        </dgm:presLayoutVars>
      </dgm:prSet>
      <dgm:spPr/>
      <dgm:t>
        <a:bodyPr/>
        <a:lstStyle/>
        <a:p>
          <a:endParaRPr lang="en-US"/>
        </a:p>
      </dgm:t>
    </dgm:pt>
    <dgm:pt modelId="{9538737F-C856-488B-A798-06D13B66E9AE}" type="pres">
      <dgm:prSet presAssocID="{27378BC8-FCC6-4598-BB24-3C32ED98DFB2}" presName="sp" presStyleCnt="0"/>
      <dgm:spPr/>
      <dgm:t>
        <a:bodyPr/>
        <a:lstStyle/>
        <a:p>
          <a:endParaRPr lang="en-US"/>
        </a:p>
      </dgm:t>
    </dgm:pt>
    <dgm:pt modelId="{E9FB6C9C-B0A2-4EBA-B519-FBA80A6537BD}" type="pres">
      <dgm:prSet presAssocID="{327966E0-6D42-4DD7-9AF2-7C24C419AE52}" presName="linNode" presStyleCnt="0"/>
      <dgm:spPr/>
      <dgm:t>
        <a:bodyPr/>
        <a:lstStyle/>
        <a:p>
          <a:endParaRPr lang="en-US"/>
        </a:p>
      </dgm:t>
    </dgm:pt>
    <dgm:pt modelId="{6ADD01D8-0723-4643-8624-0F644D8B931E}" type="pres">
      <dgm:prSet presAssocID="{327966E0-6D42-4DD7-9AF2-7C24C419AE52}" presName="parentText" presStyleLbl="node1" presStyleIdx="4" presStyleCnt="7">
        <dgm:presLayoutVars>
          <dgm:chMax val="1"/>
          <dgm:bulletEnabled val="1"/>
        </dgm:presLayoutVars>
      </dgm:prSet>
      <dgm:spPr/>
      <dgm:t>
        <a:bodyPr/>
        <a:lstStyle/>
        <a:p>
          <a:endParaRPr lang="en-US"/>
        </a:p>
      </dgm:t>
    </dgm:pt>
    <dgm:pt modelId="{82C4FBB1-6512-4EF7-BF12-8592D69494FA}" type="pres">
      <dgm:prSet presAssocID="{327966E0-6D42-4DD7-9AF2-7C24C419AE52}" presName="descendantText" presStyleLbl="alignAccFollowNode1" presStyleIdx="4" presStyleCnt="7">
        <dgm:presLayoutVars>
          <dgm:bulletEnabled val="1"/>
        </dgm:presLayoutVars>
      </dgm:prSet>
      <dgm:spPr/>
      <dgm:t>
        <a:bodyPr/>
        <a:lstStyle/>
        <a:p>
          <a:endParaRPr lang="en-US"/>
        </a:p>
      </dgm:t>
    </dgm:pt>
    <dgm:pt modelId="{AAAE14AC-A1A2-4EDC-A7E1-DC4B29A59006}" type="pres">
      <dgm:prSet presAssocID="{B9C67B89-F440-4C63-94FA-3DB22083D351}" presName="sp" presStyleCnt="0"/>
      <dgm:spPr/>
      <dgm:t>
        <a:bodyPr/>
        <a:lstStyle/>
        <a:p>
          <a:endParaRPr lang="en-US"/>
        </a:p>
      </dgm:t>
    </dgm:pt>
    <dgm:pt modelId="{D91853A8-B663-4BB2-ADAF-A30855353495}" type="pres">
      <dgm:prSet presAssocID="{BE0A6930-CBCF-4955-98C7-4C5674575D72}" presName="linNode" presStyleCnt="0"/>
      <dgm:spPr/>
      <dgm:t>
        <a:bodyPr/>
        <a:lstStyle/>
        <a:p>
          <a:endParaRPr lang="en-US"/>
        </a:p>
      </dgm:t>
    </dgm:pt>
    <dgm:pt modelId="{9450C7DD-20BE-42D9-9F2B-DD194DC47541}" type="pres">
      <dgm:prSet presAssocID="{BE0A6930-CBCF-4955-98C7-4C5674575D72}" presName="parentText" presStyleLbl="node1" presStyleIdx="5" presStyleCnt="7">
        <dgm:presLayoutVars>
          <dgm:chMax val="1"/>
          <dgm:bulletEnabled val="1"/>
        </dgm:presLayoutVars>
      </dgm:prSet>
      <dgm:spPr/>
      <dgm:t>
        <a:bodyPr/>
        <a:lstStyle/>
        <a:p>
          <a:endParaRPr lang="en-US"/>
        </a:p>
      </dgm:t>
    </dgm:pt>
    <dgm:pt modelId="{CC898D9F-33FF-4961-BCED-B1341194DD5F}" type="pres">
      <dgm:prSet presAssocID="{BE0A6930-CBCF-4955-98C7-4C5674575D72}" presName="descendantText" presStyleLbl="alignAccFollowNode1" presStyleIdx="5" presStyleCnt="7">
        <dgm:presLayoutVars>
          <dgm:bulletEnabled val="1"/>
        </dgm:presLayoutVars>
      </dgm:prSet>
      <dgm:spPr/>
      <dgm:t>
        <a:bodyPr/>
        <a:lstStyle/>
        <a:p>
          <a:endParaRPr lang="en-US"/>
        </a:p>
      </dgm:t>
    </dgm:pt>
    <dgm:pt modelId="{244E82E4-E069-45CA-9625-2C16B5B9786E}" type="pres">
      <dgm:prSet presAssocID="{38F01052-8AA4-4FFA-8666-E01B60EB5260}" presName="sp" presStyleCnt="0"/>
      <dgm:spPr/>
      <dgm:t>
        <a:bodyPr/>
        <a:lstStyle/>
        <a:p>
          <a:endParaRPr lang="en-US"/>
        </a:p>
      </dgm:t>
    </dgm:pt>
    <dgm:pt modelId="{BFCC72A6-747C-4B28-B194-FB0385908D65}" type="pres">
      <dgm:prSet presAssocID="{EA8BB6F6-CBE2-4F22-B76D-72B310E1FD2E}" presName="linNode" presStyleCnt="0"/>
      <dgm:spPr/>
      <dgm:t>
        <a:bodyPr/>
        <a:lstStyle/>
        <a:p>
          <a:endParaRPr lang="en-US"/>
        </a:p>
      </dgm:t>
    </dgm:pt>
    <dgm:pt modelId="{AE6EDC28-A89D-4E1C-A6C9-1B3F7C08A169}" type="pres">
      <dgm:prSet presAssocID="{EA8BB6F6-CBE2-4F22-B76D-72B310E1FD2E}" presName="parentText" presStyleLbl="node1" presStyleIdx="6" presStyleCnt="7">
        <dgm:presLayoutVars>
          <dgm:chMax val="1"/>
          <dgm:bulletEnabled val="1"/>
        </dgm:presLayoutVars>
      </dgm:prSet>
      <dgm:spPr/>
      <dgm:t>
        <a:bodyPr/>
        <a:lstStyle/>
        <a:p>
          <a:endParaRPr lang="en-US"/>
        </a:p>
      </dgm:t>
    </dgm:pt>
    <dgm:pt modelId="{B994A879-C86A-4D97-8B59-BBC2E86AC8E2}" type="pres">
      <dgm:prSet presAssocID="{EA8BB6F6-CBE2-4F22-B76D-72B310E1FD2E}" presName="descendantText" presStyleLbl="alignAccFollowNode1" presStyleIdx="6" presStyleCnt="7">
        <dgm:presLayoutVars>
          <dgm:bulletEnabled val="1"/>
        </dgm:presLayoutVars>
      </dgm:prSet>
      <dgm:spPr/>
      <dgm:t>
        <a:bodyPr/>
        <a:lstStyle/>
        <a:p>
          <a:endParaRPr lang="en-US"/>
        </a:p>
      </dgm:t>
    </dgm:pt>
  </dgm:ptLst>
  <dgm:cxnLst>
    <dgm:cxn modelId="{3AF54992-3F2F-4C73-A292-E49CB6B996C8}" srcId="{BE0A6930-CBCF-4955-98C7-4C5674575D72}" destId="{88ECBC31-E864-4C83-A746-D258AA8FC8B3}" srcOrd="0" destOrd="0" parTransId="{9C0F4C14-E753-4B55-85AF-C6E142F35367}" sibTransId="{88750314-2B48-4FDB-B695-DE2B35AC26C0}"/>
    <dgm:cxn modelId="{EE3EF2F3-8B89-40D5-8E5B-5A40F8BD89F4}" type="presOf" srcId="{44C81567-38C9-4E2A-A5F8-F577E7B731B8}" destId="{CE1B959A-923A-4648-A113-68B7BAC67FDB}" srcOrd="0" destOrd="0" presId="urn:microsoft.com/office/officeart/2005/8/layout/vList5"/>
    <dgm:cxn modelId="{AEE122C9-AE62-4829-B76B-D32627404F27}" srcId="{F227CE28-99EE-4531-BBE4-D826A75315A0}" destId="{69155F46-0B55-4B95-834B-07919A371CD1}" srcOrd="0" destOrd="0" parTransId="{22CF25C1-4981-43E3-87A0-E6F6C158564E}" sibTransId="{4706AC0B-E253-41CB-86F3-057345063ABC}"/>
    <dgm:cxn modelId="{9A6E7C26-1157-4822-9014-F5C67FF256F1}" type="presOf" srcId="{EA8BB6F6-CBE2-4F22-B76D-72B310E1FD2E}" destId="{AE6EDC28-A89D-4E1C-A6C9-1B3F7C08A169}" srcOrd="0" destOrd="0" presId="urn:microsoft.com/office/officeart/2005/8/layout/vList5"/>
    <dgm:cxn modelId="{806640AF-6017-4E35-858D-99439F3BE022}" srcId="{10A8DDA4-6B97-41F0-830C-036F980F1F25}" destId="{44C81567-38C9-4E2A-A5F8-F577E7B731B8}" srcOrd="0" destOrd="0" parTransId="{345C8BD9-82F4-4EF3-8EAC-CF460FA13B0C}" sibTransId="{8EDA5B6D-C43B-41F2-9DF1-900ACBD55EC9}"/>
    <dgm:cxn modelId="{7374328F-11A4-4387-BD7E-DA2668276E61}" type="presOf" srcId="{DAF51508-E6F5-4E68-85B1-E5457FE8EC14}" destId="{ACD39A6D-F4D5-451A-A312-850EFD7F5566}"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F012F30F-701D-4983-A222-347EAA59ADFB}" type="presOf" srcId="{BE0A6930-CBCF-4955-98C7-4C5674575D72}" destId="{9450C7DD-20BE-42D9-9F2B-DD194DC47541}" srcOrd="0" destOrd="0" presId="urn:microsoft.com/office/officeart/2005/8/layout/vList5"/>
    <dgm:cxn modelId="{7617D658-781E-4CB4-A7BA-6E942A709FD0}" type="presOf" srcId="{88ECBC31-E864-4C83-A746-D258AA8FC8B3}" destId="{CC898D9F-33FF-4961-BCED-B1341194DD5F}" srcOrd="0" destOrd="0" presId="urn:microsoft.com/office/officeart/2005/8/layout/vList5"/>
    <dgm:cxn modelId="{B9B3D37C-3A66-4BB2-A167-C744D59463D6}" srcId="{A340CCF0-5AE6-4CFB-AD34-25B0F55EEC7C}" destId="{BE0A6930-CBCF-4955-98C7-4C5674575D72}" srcOrd="5" destOrd="0" parTransId="{93CF2D00-64BF-4B00-8222-4091FAD9A877}" sibTransId="{38F01052-8AA4-4FFA-8666-E01B60EB5260}"/>
    <dgm:cxn modelId="{4F32EFCC-6088-4DE8-85AC-5AF72AC5E81A}" srcId="{A340CCF0-5AE6-4CFB-AD34-25B0F55EEC7C}" destId="{10A8DDA4-6B97-41F0-830C-036F980F1F25}" srcOrd="3" destOrd="0" parTransId="{45092E9C-CF0F-4669-B2A8-0744E43590EC}" sibTransId="{27378BC8-FCC6-4598-BB24-3C32ED98DFB2}"/>
    <dgm:cxn modelId="{15463B67-CF7E-49BC-BE5A-24ED904F808C}" type="presOf" srcId="{69155F46-0B55-4B95-834B-07919A371CD1}" destId="{12C665FB-FEE3-44E2-8336-0C77483C8897}" srcOrd="0" destOrd="0" presId="urn:microsoft.com/office/officeart/2005/8/layout/vList5"/>
    <dgm:cxn modelId="{09255F83-02BA-42D8-B917-AB30682D24A8}" srcId="{EA8BB6F6-CBE2-4F22-B76D-72B310E1FD2E}" destId="{27186113-4FAC-42DD-BF7D-7991915726AB}" srcOrd="0" destOrd="0" parTransId="{04E59B5B-411B-4960-ACFC-BB6373447E1E}" sibTransId="{1DB0E71A-8C44-493E-AC06-11A20E53C309}"/>
    <dgm:cxn modelId="{28B5C416-6BD1-4AAC-AD61-4FE63BE749DE}" type="presOf" srcId="{661D5167-F04A-4FF7-ADC1-D4268235EBD0}" destId="{82C4FBB1-6512-4EF7-BF12-8592D69494FA}" srcOrd="0" destOrd="0" presId="urn:microsoft.com/office/officeart/2005/8/layout/vList5"/>
    <dgm:cxn modelId="{6777D43C-8716-42C5-8712-09FB22890124}" type="presOf" srcId="{76FE2376-AEF0-4C25-B8BD-C5F0F875B614}" destId="{D70F7F61-4E36-499E-9E0E-7580B15D8400}"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9684D8B3-5A5C-45D2-AD93-A06209B6AE1D}" type="presOf" srcId="{27186113-4FAC-42DD-BF7D-7991915726AB}" destId="{B994A879-C86A-4D97-8B59-BBC2E86AC8E2}" srcOrd="0" destOrd="0" presId="urn:microsoft.com/office/officeart/2005/8/layout/vList5"/>
    <dgm:cxn modelId="{9C4E831B-26E1-41B3-AAED-2DE6A11A8169}" type="presOf" srcId="{10A8DDA4-6B97-41F0-830C-036F980F1F25}" destId="{4344599B-8DB2-4223-B289-89E44B69ECE9}" srcOrd="0" destOrd="0" presId="urn:microsoft.com/office/officeart/2005/8/layout/vList5"/>
    <dgm:cxn modelId="{E9894609-4BDA-4FAC-9F5F-5999F219F98F}" srcId="{327966E0-6D42-4DD7-9AF2-7C24C419AE52}" destId="{661D5167-F04A-4FF7-ADC1-D4268235EBD0}" srcOrd="0" destOrd="0" parTransId="{0A955E8C-BB8E-4F61-8208-8A4CB16862D5}" sibTransId="{EDE0370F-8054-470A-A456-1E022950A740}"/>
    <dgm:cxn modelId="{BC16E186-E8E4-4494-9125-7E7D7783F18A}" type="presOf" srcId="{7E0C4C1C-544F-4A2C-9B9D-3BA765CEDAED}" destId="{5746F294-4A5F-412B-9794-BF370A6605CB}" srcOrd="0" destOrd="0" presId="urn:microsoft.com/office/officeart/2005/8/layout/vList5"/>
    <dgm:cxn modelId="{3126837A-F5EB-43D0-A42C-6F7424D8DAEE}" type="presOf" srcId="{A340CCF0-5AE6-4CFB-AD34-25B0F55EEC7C}" destId="{3AD31E2E-C736-4BA1-A58F-AC0E71AB2232}" srcOrd="0" destOrd="0" presId="urn:microsoft.com/office/officeart/2005/8/layout/vList5"/>
    <dgm:cxn modelId="{DA4AAB47-9657-4EC1-A8DC-CF211CD1DF4D}" srcId="{A340CCF0-5AE6-4CFB-AD34-25B0F55EEC7C}" destId="{F227CE28-99EE-4531-BBE4-D826A75315A0}" srcOrd="2" destOrd="0" parTransId="{E2EF5D2B-D0A5-4C30-8C69-17E304ED3993}" sibTransId="{6AF07DAE-54D8-471B-803C-1F13A643D494}"/>
    <dgm:cxn modelId="{392872F7-EB47-4A07-A3C5-576778FED88F}" type="presOf" srcId="{F227CE28-99EE-4531-BBE4-D826A75315A0}" destId="{F4AED88D-12D3-4B2F-B7C1-089BB6460DEC}" srcOrd="0" destOrd="0" presId="urn:microsoft.com/office/officeart/2005/8/layout/vList5"/>
    <dgm:cxn modelId="{87470B3C-17A5-4D6D-8F7D-A9F14254BAFB}" srcId="{A340CCF0-5AE6-4CFB-AD34-25B0F55EEC7C}" destId="{327966E0-6D42-4DD7-9AF2-7C24C419AE52}" srcOrd="4" destOrd="0" parTransId="{8CED7BDA-F4F5-46EE-AD26-9729E87E1EDC}" sibTransId="{B9C67B89-F440-4C63-94FA-3DB22083D351}"/>
    <dgm:cxn modelId="{AEF77757-C530-417E-BD8C-B0DA0F0A063D}" srcId="{A340CCF0-5AE6-4CFB-AD34-25B0F55EEC7C}" destId="{EA8BB6F6-CBE2-4F22-B76D-72B310E1FD2E}" srcOrd="6" destOrd="0" parTransId="{650A23F6-8CE5-4CEB-93B8-EEB2DA07C2ED}" sibTransId="{1741931F-9732-4A95-A4FD-FF3A159E34A3}"/>
    <dgm:cxn modelId="{E15AFC2F-0AB7-477A-8CAC-8F3A56FEEA79}" srcId="{B23F4277-E061-4A74-BDCF-3D4EBBBFC39A}" destId="{7E0C4C1C-544F-4A2C-9B9D-3BA765CEDAED}" srcOrd="0" destOrd="0" parTransId="{E4E194C5-D58B-4963-8403-0E29CC7C91C0}" sibTransId="{7E999C5D-E89B-4F7C-B5B1-35125D273C10}"/>
    <dgm:cxn modelId="{814CD180-71F1-42F1-849B-6AE771C27F47}" srcId="{DAF51508-E6F5-4E68-85B1-E5457FE8EC14}" destId="{76FE2376-AEF0-4C25-B8BD-C5F0F875B614}" srcOrd="0" destOrd="0" parTransId="{7D383471-E1E2-4E91-BCE2-631648AB20E0}" sibTransId="{0890E4CF-AAEB-4332-B9D9-55B456D12EBA}"/>
    <dgm:cxn modelId="{74557CFA-7CB8-4928-BEBC-FED9C83C2D46}" type="presOf" srcId="{B23F4277-E061-4A74-BDCF-3D4EBBBFC39A}" destId="{38750E3B-0D5D-4555-8C68-1C82D154C272}" srcOrd="0" destOrd="0" presId="urn:microsoft.com/office/officeart/2005/8/layout/vList5"/>
    <dgm:cxn modelId="{C17B5268-22C5-4D45-8F4C-BE6441730490}" type="presOf" srcId="{327966E0-6D42-4DD7-9AF2-7C24C419AE52}" destId="{6ADD01D8-0723-4643-8624-0F644D8B931E}" srcOrd="0" destOrd="0" presId="urn:microsoft.com/office/officeart/2005/8/layout/vList5"/>
    <dgm:cxn modelId="{28700ACA-1589-4360-9687-00B5F5A7F736}" type="presParOf" srcId="{3AD31E2E-C736-4BA1-A58F-AC0E71AB2232}" destId="{8B221532-8ACC-4A13-93A1-59D589901E9F}" srcOrd="0" destOrd="0" presId="urn:microsoft.com/office/officeart/2005/8/layout/vList5"/>
    <dgm:cxn modelId="{B23F7B13-608D-47A9-976D-B7F0D049E5F0}" type="presParOf" srcId="{8B221532-8ACC-4A13-93A1-59D589901E9F}" destId="{38750E3B-0D5D-4555-8C68-1C82D154C272}" srcOrd="0" destOrd="0" presId="urn:microsoft.com/office/officeart/2005/8/layout/vList5"/>
    <dgm:cxn modelId="{A5FF4AC3-7DDF-411D-B6A6-E5B03F9EBB38}" type="presParOf" srcId="{8B221532-8ACC-4A13-93A1-59D589901E9F}" destId="{5746F294-4A5F-412B-9794-BF370A6605CB}" srcOrd="1" destOrd="0" presId="urn:microsoft.com/office/officeart/2005/8/layout/vList5"/>
    <dgm:cxn modelId="{4B3C8FEB-4175-4517-9204-17ED07092C36}" type="presParOf" srcId="{3AD31E2E-C736-4BA1-A58F-AC0E71AB2232}" destId="{4A9BD7FF-55EB-4126-8A8D-16D307DFF871}" srcOrd="1" destOrd="0" presId="urn:microsoft.com/office/officeart/2005/8/layout/vList5"/>
    <dgm:cxn modelId="{529DEF27-2EB3-46F8-8770-27109A5552D2}" type="presParOf" srcId="{3AD31E2E-C736-4BA1-A58F-AC0E71AB2232}" destId="{F2D4B2C5-96A0-43C5-BBA1-AC458F61EB97}" srcOrd="2" destOrd="0" presId="urn:microsoft.com/office/officeart/2005/8/layout/vList5"/>
    <dgm:cxn modelId="{94B74997-C347-46CB-ACDA-03BFE407D120}" type="presParOf" srcId="{F2D4B2C5-96A0-43C5-BBA1-AC458F61EB97}" destId="{ACD39A6D-F4D5-451A-A312-850EFD7F5566}" srcOrd="0" destOrd="0" presId="urn:microsoft.com/office/officeart/2005/8/layout/vList5"/>
    <dgm:cxn modelId="{D41AF9C4-D731-4474-93CA-F05ED0A7C868}" type="presParOf" srcId="{F2D4B2C5-96A0-43C5-BBA1-AC458F61EB97}" destId="{D70F7F61-4E36-499E-9E0E-7580B15D8400}" srcOrd="1" destOrd="0" presId="urn:microsoft.com/office/officeart/2005/8/layout/vList5"/>
    <dgm:cxn modelId="{FF04C82E-8911-4005-BD20-DEB34EB578BB}" type="presParOf" srcId="{3AD31E2E-C736-4BA1-A58F-AC0E71AB2232}" destId="{E6153702-CEB9-461F-B823-D31CA45F7EF6}" srcOrd="3" destOrd="0" presId="urn:microsoft.com/office/officeart/2005/8/layout/vList5"/>
    <dgm:cxn modelId="{6B7FB66D-0B3D-4056-954A-6C942C452B03}" type="presParOf" srcId="{3AD31E2E-C736-4BA1-A58F-AC0E71AB2232}" destId="{BCE2BD33-A65A-45C1-AAE3-010785008FD3}" srcOrd="4" destOrd="0" presId="urn:microsoft.com/office/officeart/2005/8/layout/vList5"/>
    <dgm:cxn modelId="{BBD86DB0-3861-4447-A15E-6AC34751B1AF}" type="presParOf" srcId="{BCE2BD33-A65A-45C1-AAE3-010785008FD3}" destId="{F4AED88D-12D3-4B2F-B7C1-089BB6460DEC}" srcOrd="0" destOrd="0" presId="urn:microsoft.com/office/officeart/2005/8/layout/vList5"/>
    <dgm:cxn modelId="{5011B07C-D46B-420B-BDC9-1891018495D1}" type="presParOf" srcId="{BCE2BD33-A65A-45C1-AAE3-010785008FD3}" destId="{12C665FB-FEE3-44E2-8336-0C77483C8897}" srcOrd="1" destOrd="0" presId="urn:microsoft.com/office/officeart/2005/8/layout/vList5"/>
    <dgm:cxn modelId="{53309689-F7C1-4445-932F-B53D8262099E}" type="presParOf" srcId="{3AD31E2E-C736-4BA1-A58F-AC0E71AB2232}" destId="{3519E167-3643-4707-B07A-E76152A2138A}" srcOrd="5" destOrd="0" presId="urn:microsoft.com/office/officeart/2005/8/layout/vList5"/>
    <dgm:cxn modelId="{31EED2B4-1587-40D8-80B5-24687EA49B3E}" type="presParOf" srcId="{3AD31E2E-C736-4BA1-A58F-AC0E71AB2232}" destId="{DCEDDB42-A8CF-435A-9C68-A4A314D047EB}" srcOrd="6" destOrd="0" presId="urn:microsoft.com/office/officeart/2005/8/layout/vList5"/>
    <dgm:cxn modelId="{91B5B9D5-9223-4A53-A643-36C5DCF88035}" type="presParOf" srcId="{DCEDDB42-A8CF-435A-9C68-A4A314D047EB}" destId="{4344599B-8DB2-4223-B289-89E44B69ECE9}" srcOrd="0" destOrd="0" presId="urn:microsoft.com/office/officeart/2005/8/layout/vList5"/>
    <dgm:cxn modelId="{88E999F6-76DF-497A-99F0-8FDA6E0CC4CE}" type="presParOf" srcId="{DCEDDB42-A8CF-435A-9C68-A4A314D047EB}" destId="{CE1B959A-923A-4648-A113-68B7BAC67FDB}" srcOrd="1" destOrd="0" presId="urn:microsoft.com/office/officeart/2005/8/layout/vList5"/>
    <dgm:cxn modelId="{64C8F3CC-73A5-458C-9FC8-D60B11637745}" type="presParOf" srcId="{3AD31E2E-C736-4BA1-A58F-AC0E71AB2232}" destId="{9538737F-C856-488B-A798-06D13B66E9AE}" srcOrd="7" destOrd="0" presId="urn:microsoft.com/office/officeart/2005/8/layout/vList5"/>
    <dgm:cxn modelId="{C8A095B2-4E35-4634-B561-44AB08FF3D02}" type="presParOf" srcId="{3AD31E2E-C736-4BA1-A58F-AC0E71AB2232}" destId="{E9FB6C9C-B0A2-4EBA-B519-FBA80A6537BD}" srcOrd="8" destOrd="0" presId="urn:microsoft.com/office/officeart/2005/8/layout/vList5"/>
    <dgm:cxn modelId="{E17CE8EE-7890-4208-927E-38E09CFF89BF}" type="presParOf" srcId="{E9FB6C9C-B0A2-4EBA-B519-FBA80A6537BD}" destId="{6ADD01D8-0723-4643-8624-0F644D8B931E}" srcOrd="0" destOrd="0" presId="urn:microsoft.com/office/officeart/2005/8/layout/vList5"/>
    <dgm:cxn modelId="{EDF4886B-D720-44B2-A838-0865636DFC2E}" type="presParOf" srcId="{E9FB6C9C-B0A2-4EBA-B519-FBA80A6537BD}" destId="{82C4FBB1-6512-4EF7-BF12-8592D69494FA}" srcOrd="1" destOrd="0" presId="urn:microsoft.com/office/officeart/2005/8/layout/vList5"/>
    <dgm:cxn modelId="{860E541F-E9DF-4590-9E5D-4BE90E9DFD50}" type="presParOf" srcId="{3AD31E2E-C736-4BA1-A58F-AC0E71AB2232}" destId="{AAAE14AC-A1A2-4EDC-A7E1-DC4B29A59006}" srcOrd="9" destOrd="0" presId="urn:microsoft.com/office/officeart/2005/8/layout/vList5"/>
    <dgm:cxn modelId="{5A42BC1A-FC1E-4B44-9BCB-BCEAC404FC8E}" type="presParOf" srcId="{3AD31E2E-C736-4BA1-A58F-AC0E71AB2232}" destId="{D91853A8-B663-4BB2-ADAF-A30855353495}" srcOrd="10" destOrd="0" presId="urn:microsoft.com/office/officeart/2005/8/layout/vList5"/>
    <dgm:cxn modelId="{91668E13-EB3A-4EF9-81DA-1259D12B5118}" type="presParOf" srcId="{D91853A8-B663-4BB2-ADAF-A30855353495}" destId="{9450C7DD-20BE-42D9-9F2B-DD194DC47541}" srcOrd="0" destOrd="0" presId="urn:microsoft.com/office/officeart/2005/8/layout/vList5"/>
    <dgm:cxn modelId="{F757257D-6341-44B3-A931-B1D4E1B11867}" type="presParOf" srcId="{D91853A8-B663-4BB2-ADAF-A30855353495}" destId="{CC898D9F-33FF-4961-BCED-B1341194DD5F}" srcOrd="1" destOrd="0" presId="urn:microsoft.com/office/officeart/2005/8/layout/vList5"/>
    <dgm:cxn modelId="{5987FFE2-FCCF-4A31-ABB4-6BF351F6972C}" type="presParOf" srcId="{3AD31E2E-C736-4BA1-A58F-AC0E71AB2232}" destId="{244E82E4-E069-45CA-9625-2C16B5B9786E}" srcOrd="11" destOrd="0" presId="urn:microsoft.com/office/officeart/2005/8/layout/vList5"/>
    <dgm:cxn modelId="{C9103F3B-9201-46DF-A96D-A878D34FAD85}" type="presParOf" srcId="{3AD31E2E-C736-4BA1-A58F-AC0E71AB2232}" destId="{BFCC72A6-747C-4B28-B194-FB0385908D65}" srcOrd="12" destOrd="0" presId="urn:microsoft.com/office/officeart/2005/8/layout/vList5"/>
    <dgm:cxn modelId="{2197DDFF-D660-479F-B7BC-D89AF0875E2D}" type="presParOf" srcId="{BFCC72A6-747C-4B28-B194-FB0385908D65}" destId="{AE6EDC28-A89D-4E1C-A6C9-1B3F7C08A169}" srcOrd="0" destOrd="0" presId="urn:microsoft.com/office/officeart/2005/8/layout/vList5"/>
    <dgm:cxn modelId="{A2D12213-8CEB-4FC9-A4DD-91B5FAA8536B}" type="presParOf" srcId="{BFCC72A6-747C-4B28-B194-FB0385908D65}" destId="{B994A879-C86A-4D97-8B59-BBC2E86AC8E2}"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400" smtClean="0">
              <a:latin typeface="+mj-lt"/>
            </a:rPr>
            <a:t>Unlikely risk</a:t>
          </a:r>
          <a:endParaRPr lang="en-US" sz="24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400" smtClean="0">
              <a:latin typeface="+mj-lt"/>
            </a:rPr>
            <a:t>Risk</a:t>
          </a:r>
          <a:endParaRPr lang="en-US" sz="24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3600" smtClean="0"/>
            <a:t>C</a:t>
          </a:r>
          <a:endParaRPr lang="en-US" sz="3600" dirty="0"/>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400" smtClean="0">
              <a:latin typeface="+mj-lt"/>
            </a:rPr>
            <a:t>High Risk</a:t>
          </a:r>
          <a:endParaRPr lang="en-US" sz="24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6A08AD3D-472B-4D6B-8C68-31B66A357AB0}" type="pres">
      <dgm:prSet presAssocID="{A340CCF0-5AE6-4CFB-AD34-25B0F55EEC7C}" presName="Name0" presStyleCnt="0">
        <dgm:presLayoutVars>
          <dgm:dir/>
          <dgm:animLvl val="lvl"/>
          <dgm:resizeHandles val="exact"/>
        </dgm:presLayoutVars>
      </dgm:prSet>
      <dgm:spPr/>
      <dgm:t>
        <a:bodyPr/>
        <a:lstStyle/>
        <a:p>
          <a:endParaRPr lang="en-US"/>
        </a:p>
      </dgm:t>
    </dgm:pt>
    <dgm:pt modelId="{C8CDD488-CFF2-45B0-8EFC-1C416460FDB8}" type="pres">
      <dgm:prSet presAssocID="{B23F4277-E061-4A74-BDCF-3D4EBBBFC39A}" presName="linNode" presStyleCnt="0"/>
      <dgm:spPr/>
      <dgm:t>
        <a:bodyPr/>
        <a:lstStyle/>
        <a:p>
          <a:endParaRPr lang="en-US"/>
        </a:p>
      </dgm:t>
    </dgm:pt>
    <dgm:pt modelId="{24C83AD6-512C-4617-A06D-9AB7B2027D0A}" type="pres">
      <dgm:prSet presAssocID="{B23F4277-E061-4A74-BDCF-3D4EBBBFC39A}" presName="parentText" presStyleLbl="node1" presStyleIdx="0" presStyleCnt="3">
        <dgm:presLayoutVars>
          <dgm:chMax val="1"/>
          <dgm:bulletEnabled val="1"/>
        </dgm:presLayoutVars>
      </dgm:prSet>
      <dgm:spPr/>
      <dgm:t>
        <a:bodyPr/>
        <a:lstStyle/>
        <a:p>
          <a:endParaRPr lang="en-US"/>
        </a:p>
      </dgm:t>
    </dgm:pt>
    <dgm:pt modelId="{85C3ED10-A35B-40AE-80E2-9BE286D76FD5}" type="pres">
      <dgm:prSet presAssocID="{B23F4277-E061-4A74-BDCF-3D4EBBBFC39A}" presName="descendantText" presStyleLbl="alignAccFollowNode1" presStyleIdx="0" presStyleCnt="3">
        <dgm:presLayoutVars>
          <dgm:bulletEnabled val="1"/>
        </dgm:presLayoutVars>
      </dgm:prSet>
      <dgm:spPr/>
      <dgm:t>
        <a:bodyPr/>
        <a:lstStyle/>
        <a:p>
          <a:endParaRPr lang="en-US"/>
        </a:p>
      </dgm:t>
    </dgm:pt>
    <dgm:pt modelId="{DD47310E-CAA2-4765-BBAD-C8EE96B74B6B}" type="pres">
      <dgm:prSet presAssocID="{7AEE54A7-8EED-4C56-9748-F29758B84073}" presName="sp" presStyleCnt="0"/>
      <dgm:spPr/>
      <dgm:t>
        <a:bodyPr/>
        <a:lstStyle/>
        <a:p>
          <a:endParaRPr lang="en-US"/>
        </a:p>
      </dgm:t>
    </dgm:pt>
    <dgm:pt modelId="{2EB36128-3469-491C-969A-56E3598E459E}" type="pres">
      <dgm:prSet presAssocID="{DAF51508-E6F5-4E68-85B1-E5457FE8EC14}" presName="linNode" presStyleCnt="0"/>
      <dgm:spPr/>
      <dgm:t>
        <a:bodyPr/>
        <a:lstStyle/>
        <a:p>
          <a:endParaRPr lang="en-US"/>
        </a:p>
      </dgm:t>
    </dgm:pt>
    <dgm:pt modelId="{F466FD0A-4564-4091-964F-BCC1E6AD1F43}" type="pres">
      <dgm:prSet presAssocID="{DAF51508-E6F5-4E68-85B1-E5457FE8EC14}" presName="parentText" presStyleLbl="node1" presStyleIdx="1" presStyleCnt="3">
        <dgm:presLayoutVars>
          <dgm:chMax val="1"/>
          <dgm:bulletEnabled val="1"/>
        </dgm:presLayoutVars>
      </dgm:prSet>
      <dgm:spPr/>
      <dgm:t>
        <a:bodyPr/>
        <a:lstStyle/>
        <a:p>
          <a:endParaRPr lang="en-US"/>
        </a:p>
      </dgm:t>
    </dgm:pt>
    <dgm:pt modelId="{3E496043-C366-4E8B-B374-A32A832BD8B9}" type="pres">
      <dgm:prSet presAssocID="{DAF51508-E6F5-4E68-85B1-E5457FE8EC14}" presName="descendantText" presStyleLbl="alignAccFollowNode1" presStyleIdx="1" presStyleCnt="3">
        <dgm:presLayoutVars>
          <dgm:bulletEnabled val="1"/>
        </dgm:presLayoutVars>
      </dgm:prSet>
      <dgm:spPr/>
      <dgm:t>
        <a:bodyPr/>
        <a:lstStyle/>
        <a:p>
          <a:endParaRPr lang="en-US"/>
        </a:p>
      </dgm:t>
    </dgm:pt>
    <dgm:pt modelId="{1824100E-57D3-4278-A873-468E0FD5FDDF}" type="pres">
      <dgm:prSet presAssocID="{3A5522DF-E11A-4932-9F73-A50087ABB334}" presName="sp" presStyleCnt="0"/>
      <dgm:spPr/>
      <dgm:t>
        <a:bodyPr/>
        <a:lstStyle/>
        <a:p>
          <a:endParaRPr lang="en-US"/>
        </a:p>
      </dgm:t>
    </dgm:pt>
    <dgm:pt modelId="{F95A66DA-E34C-4AAD-9B7D-B888D43ACAED}" type="pres">
      <dgm:prSet presAssocID="{F227CE28-99EE-4531-BBE4-D826A75315A0}" presName="linNode" presStyleCnt="0"/>
      <dgm:spPr/>
      <dgm:t>
        <a:bodyPr/>
        <a:lstStyle/>
        <a:p>
          <a:endParaRPr lang="en-US"/>
        </a:p>
      </dgm:t>
    </dgm:pt>
    <dgm:pt modelId="{D10C9890-B6FD-47DA-B3AC-CEFD4D90A606}" type="pres">
      <dgm:prSet presAssocID="{F227CE28-99EE-4531-BBE4-D826A75315A0}" presName="parentText" presStyleLbl="node1" presStyleIdx="2" presStyleCnt="3">
        <dgm:presLayoutVars>
          <dgm:chMax val="1"/>
          <dgm:bulletEnabled val="1"/>
        </dgm:presLayoutVars>
      </dgm:prSet>
      <dgm:spPr/>
      <dgm:t>
        <a:bodyPr/>
        <a:lstStyle/>
        <a:p>
          <a:endParaRPr lang="en-US"/>
        </a:p>
      </dgm:t>
    </dgm:pt>
    <dgm:pt modelId="{3D97C1B4-A3C9-428D-9C2D-ECF02960D383}" type="pres">
      <dgm:prSet presAssocID="{F227CE28-99EE-4531-BBE4-D826A75315A0}" presName="descendantText" presStyleLbl="alignAccFollowNode1" presStyleIdx="2" presStyleCnt="3">
        <dgm:presLayoutVars>
          <dgm:bulletEnabled val="1"/>
        </dgm:presLayoutVars>
      </dgm:prSet>
      <dgm:spPr/>
      <dgm:t>
        <a:bodyPr/>
        <a:lstStyle/>
        <a:p>
          <a:endParaRPr lang="en-US"/>
        </a:p>
      </dgm:t>
    </dgm:pt>
  </dgm:ptLst>
  <dgm:cxnLst>
    <dgm:cxn modelId="{DA4AAB47-9657-4EC1-A8DC-CF211CD1DF4D}" srcId="{A340CCF0-5AE6-4CFB-AD34-25B0F55EEC7C}" destId="{F227CE28-99EE-4531-BBE4-D826A75315A0}" srcOrd="2" destOrd="0" parTransId="{E2EF5D2B-D0A5-4C30-8C69-17E304ED3993}" sibTransId="{6AF07DAE-54D8-471B-803C-1F13A643D494}"/>
    <dgm:cxn modelId="{E8547B5F-CC75-4E22-9684-14B78967A7AD}" type="presOf" srcId="{A340CCF0-5AE6-4CFB-AD34-25B0F55EEC7C}" destId="{6A08AD3D-472B-4D6B-8C68-31B66A357AB0}" srcOrd="0" destOrd="0" presId="urn:microsoft.com/office/officeart/2005/8/layout/vList5"/>
    <dgm:cxn modelId="{52AE491C-CB1D-4049-AA4B-2E16F924B205}" type="presOf" srcId="{76FE2376-AEF0-4C25-B8BD-C5F0F875B614}" destId="{3E496043-C366-4E8B-B374-A32A832BD8B9}"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814CD180-71F1-42F1-849B-6AE771C27F47}" srcId="{DAF51508-E6F5-4E68-85B1-E5457FE8EC14}" destId="{76FE2376-AEF0-4C25-B8BD-C5F0F875B614}" srcOrd="0" destOrd="0" parTransId="{7D383471-E1E2-4E91-BCE2-631648AB20E0}" sibTransId="{0890E4CF-AAEB-4332-B9D9-55B456D12EBA}"/>
    <dgm:cxn modelId="{D0F28755-24A2-46AE-BE0E-22950E7FBB13}" type="presOf" srcId="{7E0C4C1C-544F-4A2C-9B9D-3BA765CEDAED}" destId="{85C3ED10-A35B-40AE-80E2-9BE286D76FD5}"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AEE122C9-AE62-4829-B76B-D32627404F27}" srcId="{F227CE28-99EE-4531-BBE4-D826A75315A0}" destId="{69155F46-0B55-4B95-834B-07919A371CD1}" srcOrd="0" destOrd="0" parTransId="{22CF25C1-4981-43E3-87A0-E6F6C158564E}" sibTransId="{4706AC0B-E253-41CB-86F3-057345063ABC}"/>
    <dgm:cxn modelId="{73DFF4F8-99AE-47FE-8FE0-F6F7E331C810}" type="presOf" srcId="{F227CE28-99EE-4531-BBE4-D826A75315A0}" destId="{D10C9890-B6FD-47DA-B3AC-CEFD4D90A606}" srcOrd="0" destOrd="0" presId="urn:microsoft.com/office/officeart/2005/8/layout/vList5"/>
    <dgm:cxn modelId="{33E6C125-35E3-4948-9C76-AF377E62C33A}" type="presOf" srcId="{B23F4277-E061-4A74-BDCF-3D4EBBBFC39A}" destId="{24C83AD6-512C-4617-A06D-9AB7B2027D0A}" srcOrd="0" destOrd="0" presId="urn:microsoft.com/office/officeart/2005/8/layout/vList5"/>
    <dgm:cxn modelId="{A92A754F-701E-42E4-8ED8-9D8343D99804}" type="presOf" srcId="{DAF51508-E6F5-4E68-85B1-E5457FE8EC14}" destId="{F466FD0A-4564-4091-964F-BCC1E6AD1F43}" srcOrd="0" destOrd="0" presId="urn:microsoft.com/office/officeart/2005/8/layout/vList5"/>
    <dgm:cxn modelId="{0200F5C8-5B5E-469A-8745-918F4EAAD3B0}" type="presOf" srcId="{69155F46-0B55-4B95-834B-07919A371CD1}" destId="{3D97C1B4-A3C9-428D-9C2D-ECF02960D383}"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EDC106AF-4AF9-4558-9700-B848C5D1263F}" type="presParOf" srcId="{6A08AD3D-472B-4D6B-8C68-31B66A357AB0}" destId="{C8CDD488-CFF2-45B0-8EFC-1C416460FDB8}" srcOrd="0" destOrd="0" presId="urn:microsoft.com/office/officeart/2005/8/layout/vList5"/>
    <dgm:cxn modelId="{EE7D93A2-AA41-4919-9183-6AEB5ECA67DE}" type="presParOf" srcId="{C8CDD488-CFF2-45B0-8EFC-1C416460FDB8}" destId="{24C83AD6-512C-4617-A06D-9AB7B2027D0A}" srcOrd="0" destOrd="0" presId="urn:microsoft.com/office/officeart/2005/8/layout/vList5"/>
    <dgm:cxn modelId="{4509A7B3-3245-403C-B4E8-14138E89E93E}" type="presParOf" srcId="{C8CDD488-CFF2-45B0-8EFC-1C416460FDB8}" destId="{85C3ED10-A35B-40AE-80E2-9BE286D76FD5}" srcOrd="1" destOrd="0" presId="urn:microsoft.com/office/officeart/2005/8/layout/vList5"/>
    <dgm:cxn modelId="{82393888-1F65-4641-B2EB-5D505FAC0FF8}" type="presParOf" srcId="{6A08AD3D-472B-4D6B-8C68-31B66A357AB0}" destId="{DD47310E-CAA2-4765-BBAD-C8EE96B74B6B}" srcOrd="1" destOrd="0" presId="urn:microsoft.com/office/officeart/2005/8/layout/vList5"/>
    <dgm:cxn modelId="{A4A05A21-C727-4CFF-B8F9-C6C4E7556090}" type="presParOf" srcId="{6A08AD3D-472B-4D6B-8C68-31B66A357AB0}" destId="{2EB36128-3469-491C-969A-56E3598E459E}" srcOrd="2" destOrd="0" presId="urn:microsoft.com/office/officeart/2005/8/layout/vList5"/>
    <dgm:cxn modelId="{0F514830-70F9-481C-A583-D8CDB91F7F64}" type="presParOf" srcId="{2EB36128-3469-491C-969A-56E3598E459E}" destId="{F466FD0A-4564-4091-964F-BCC1E6AD1F43}" srcOrd="0" destOrd="0" presId="urn:microsoft.com/office/officeart/2005/8/layout/vList5"/>
    <dgm:cxn modelId="{7BB29034-52AA-46FF-8062-6830F1215BC7}" type="presParOf" srcId="{2EB36128-3469-491C-969A-56E3598E459E}" destId="{3E496043-C366-4E8B-B374-A32A832BD8B9}" srcOrd="1" destOrd="0" presId="urn:microsoft.com/office/officeart/2005/8/layout/vList5"/>
    <dgm:cxn modelId="{1684EB49-ECDA-49DE-A450-66A205440869}" type="presParOf" srcId="{6A08AD3D-472B-4D6B-8C68-31B66A357AB0}" destId="{1824100E-57D3-4278-A873-468E0FD5FDDF}" srcOrd="3" destOrd="0" presId="urn:microsoft.com/office/officeart/2005/8/layout/vList5"/>
    <dgm:cxn modelId="{77DC9CBD-6BA0-4180-8804-01C1FA77BBF7}" type="presParOf" srcId="{6A08AD3D-472B-4D6B-8C68-31B66A357AB0}" destId="{F95A66DA-E34C-4AAD-9B7D-B888D43ACAED}" srcOrd="4" destOrd="0" presId="urn:microsoft.com/office/officeart/2005/8/layout/vList5"/>
    <dgm:cxn modelId="{5EA8323F-65DF-46A8-856C-86BB32513EDD}" type="presParOf" srcId="{F95A66DA-E34C-4AAD-9B7D-B888D43ACAED}" destId="{D10C9890-B6FD-47DA-B3AC-CEFD4D90A606}" srcOrd="0" destOrd="0" presId="urn:microsoft.com/office/officeart/2005/8/layout/vList5"/>
    <dgm:cxn modelId="{10368515-B222-49A6-B006-854659E8E9E7}" type="presParOf" srcId="{F95A66DA-E34C-4AAD-9B7D-B888D43ACAED}" destId="{3D97C1B4-A3C9-428D-9C2D-ECF02960D383}"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400" dirty="0" smtClean="0">
              <a:latin typeface="+mj-lt"/>
            </a:rPr>
            <a:t>Yes</a:t>
          </a:r>
          <a:endParaRPr lang="en-US" sz="24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400" dirty="0" smtClean="0">
              <a:latin typeface="+mj-lt"/>
            </a:rPr>
            <a:t>No</a:t>
          </a:r>
          <a:endParaRPr lang="en-US" sz="24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6A08AD3D-472B-4D6B-8C68-31B66A357AB0}" type="pres">
      <dgm:prSet presAssocID="{A340CCF0-5AE6-4CFB-AD34-25B0F55EEC7C}" presName="Name0" presStyleCnt="0">
        <dgm:presLayoutVars>
          <dgm:dir/>
          <dgm:animLvl val="lvl"/>
          <dgm:resizeHandles val="exact"/>
        </dgm:presLayoutVars>
      </dgm:prSet>
      <dgm:spPr/>
      <dgm:t>
        <a:bodyPr/>
        <a:lstStyle/>
        <a:p>
          <a:endParaRPr lang="en-US"/>
        </a:p>
      </dgm:t>
    </dgm:pt>
    <dgm:pt modelId="{C8CDD488-CFF2-45B0-8EFC-1C416460FDB8}" type="pres">
      <dgm:prSet presAssocID="{B23F4277-E061-4A74-BDCF-3D4EBBBFC39A}" presName="linNode" presStyleCnt="0"/>
      <dgm:spPr/>
      <dgm:t>
        <a:bodyPr/>
        <a:lstStyle/>
        <a:p>
          <a:endParaRPr lang="en-US"/>
        </a:p>
      </dgm:t>
    </dgm:pt>
    <dgm:pt modelId="{24C83AD6-512C-4617-A06D-9AB7B2027D0A}" type="pres">
      <dgm:prSet presAssocID="{B23F4277-E061-4A74-BDCF-3D4EBBBFC39A}" presName="parentText" presStyleLbl="node1" presStyleIdx="0" presStyleCnt="2">
        <dgm:presLayoutVars>
          <dgm:chMax val="1"/>
          <dgm:bulletEnabled val="1"/>
        </dgm:presLayoutVars>
      </dgm:prSet>
      <dgm:spPr/>
      <dgm:t>
        <a:bodyPr/>
        <a:lstStyle/>
        <a:p>
          <a:endParaRPr lang="en-US"/>
        </a:p>
      </dgm:t>
    </dgm:pt>
    <dgm:pt modelId="{85C3ED10-A35B-40AE-80E2-9BE286D76FD5}" type="pres">
      <dgm:prSet presAssocID="{B23F4277-E061-4A74-BDCF-3D4EBBBFC39A}" presName="descendantText" presStyleLbl="alignAccFollowNode1" presStyleIdx="0" presStyleCnt="2">
        <dgm:presLayoutVars>
          <dgm:bulletEnabled val="1"/>
        </dgm:presLayoutVars>
      </dgm:prSet>
      <dgm:spPr/>
      <dgm:t>
        <a:bodyPr/>
        <a:lstStyle/>
        <a:p>
          <a:endParaRPr lang="en-US"/>
        </a:p>
      </dgm:t>
    </dgm:pt>
    <dgm:pt modelId="{DD47310E-CAA2-4765-BBAD-C8EE96B74B6B}" type="pres">
      <dgm:prSet presAssocID="{7AEE54A7-8EED-4C56-9748-F29758B84073}" presName="sp" presStyleCnt="0"/>
      <dgm:spPr/>
      <dgm:t>
        <a:bodyPr/>
        <a:lstStyle/>
        <a:p>
          <a:endParaRPr lang="en-US"/>
        </a:p>
      </dgm:t>
    </dgm:pt>
    <dgm:pt modelId="{2EB36128-3469-491C-969A-56E3598E459E}" type="pres">
      <dgm:prSet presAssocID="{DAF51508-E6F5-4E68-85B1-E5457FE8EC14}" presName="linNode" presStyleCnt="0"/>
      <dgm:spPr/>
      <dgm:t>
        <a:bodyPr/>
        <a:lstStyle/>
        <a:p>
          <a:endParaRPr lang="en-US"/>
        </a:p>
      </dgm:t>
    </dgm:pt>
    <dgm:pt modelId="{F466FD0A-4564-4091-964F-BCC1E6AD1F43}" type="pres">
      <dgm:prSet presAssocID="{DAF51508-E6F5-4E68-85B1-E5457FE8EC14}" presName="parentText" presStyleLbl="node1" presStyleIdx="1" presStyleCnt="2">
        <dgm:presLayoutVars>
          <dgm:chMax val="1"/>
          <dgm:bulletEnabled val="1"/>
        </dgm:presLayoutVars>
      </dgm:prSet>
      <dgm:spPr/>
      <dgm:t>
        <a:bodyPr/>
        <a:lstStyle/>
        <a:p>
          <a:endParaRPr lang="en-US"/>
        </a:p>
      </dgm:t>
    </dgm:pt>
    <dgm:pt modelId="{3E496043-C366-4E8B-B374-A32A832BD8B9}" type="pres">
      <dgm:prSet presAssocID="{DAF51508-E6F5-4E68-85B1-E5457FE8EC14}" presName="descendantText" presStyleLbl="alignAccFollowNode1" presStyleIdx="1" presStyleCnt="2">
        <dgm:presLayoutVars>
          <dgm:bulletEnabled val="1"/>
        </dgm:presLayoutVars>
      </dgm:prSet>
      <dgm:spPr/>
      <dgm:t>
        <a:bodyPr/>
        <a:lstStyle/>
        <a:p>
          <a:endParaRPr lang="en-US"/>
        </a:p>
      </dgm:t>
    </dgm:pt>
  </dgm:ptLst>
  <dgm:cxnLst>
    <dgm:cxn modelId="{A92A754F-701E-42E4-8ED8-9D8343D99804}" type="presOf" srcId="{DAF51508-E6F5-4E68-85B1-E5457FE8EC14}" destId="{F466FD0A-4564-4091-964F-BCC1E6AD1F43}"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33E6C125-35E3-4948-9C76-AF377E62C33A}" type="presOf" srcId="{B23F4277-E061-4A74-BDCF-3D4EBBBFC39A}" destId="{24C83AD6-512C-4617-A06D-9AB7B2027D0A}" srcOrd="0" destOrd="0" presId="urn:microsoft.com/office/officeart/2005/8/layout/vList5"/>
    <dgm:cxn modelId="{E8547B5F-CC75-4E22-9684-14B78967A7AD}" type="presOf" srcId="{A340CCF0-5AE6-4CFB-AD34-25B0F55EEC7C}" destId="{6A08AD3D-472B-4D6B-8C68-31B66A357AB0}"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D0F28755-24A2-46AE-BE0E-22950E7FBB13}" type="presOf" srcId="{7E0C4C1C-544F-4A2C-9B9D-3BA765CEDAED}" destId="{85C3ED10-A35B-40AE-80E2-9BE286D76FD5}"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52AE491C-CB1D-4049-AA4B-2E16F924B205}" type="presOf" srcId="{76FE2376-AEF0-4C25-B8BD-C5F0F875B614}" destId="{3E496043-C366-4E8B-B374-A32A832BD8B9}"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EDC106AF-4AF9-4558-9700-B848C5D1263F}" type="presParOf" srcId="{6A08AD3D-472B-4D6B-8C68-31B66A357AB0}" destId="{C8CDD488-CFF2-45B0-8EFC-1C416460FDB8}" srcOrd="0" destOrd="0" presId="urn:microsoft.com/office/officeart/2005/8/layout/vList5"/>
    <dgm:cxn modelId="{EE7D93A2-AA41-4919-9183-6AEB5ECA67DE}" type="presParOf" srcId="{C8CDD488-CFF2-45B0-8EFC-1C416460FDB8}" destId="{24C83AD6-512C-4617-A06D-9AB7B2027D0A}" srcOrd="0" destOrd="0" presId="urn:microsoft.com/office/officeart/2005/8/layout/vList5"/>
    <dgm:cxn modelId="{4509A7B3-3245-403C-B4E8-14138E89E93E}" type="presParOf" srcId="{C8CDD488-CFF2-45B0-8EFC-1C416460FDB8}" destId="{85C3ED10-A35B-40AE-80E2-9BE286D76FD5}" srcOrd="1" destOrd="0" presId="urn:microsoft.com/office/officeart/2005/8/layout/vList5"/>
    <dgm:cxn modelId="{82393888-1F65-4641-B2EB-5D505FAC0FF8}" type="presParOf" srcId="{6A08AD3D-472B-4D6B-8C68-31B66A357AB0}" destId="{DD47310E-CAA2-4765-BBAD-C8EE96B74B6B}" srcOrd="1" destOrd="0" presId="urn:microsoft.com/office/officeart/2005/8/layout/vList5"/>
    <dgm:cxn modelId="{A4A05A21-C727-4CFF-B8F9-C6C4E7556090}" type="presParOf" srcId="{6A08AD3D-472B-4D6B-8C68-31B66A357AB0}" destId="{2EB36128-3469-491C-969A-56E3598E459E}" srcOrd="2" destOrd="0" presId="urn:microsoft.com/office/officeart/2005/8/layout/vList5"/>
    <dgm:cxn modelId="{0F514830-70F9-481C-A583-D8CDB91F7F64}" type="presParOf" srcId="{2EB36128-3469-491C-969A-56E3598E459E}" destId="{F466FD0A-4564-4091-964F-BCC1E6AD1F43}" srcOrd="0" destOrd="0" presId="urn:microsoft.com/office/officeart/2005/8/layout/vList5"/>
    <dgm:cxn modelId="{7BB29034-52AA-46FF-8062-6830F1215BC7}" type="presParOf" srcId="{2EB36128-3469-491C-969A-56E3598E459E}" destId="{3E496043-C366-4E8B-B374-A32A832BD8B9}"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400" smtClean="0">
              <a:latin typeface="+mj-lt"/>
            </a:rPr>
            <a:t>There is still some level of protection</a:t>
          </a:r>
          <a:endParaRPr lang="en-US" sz="24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400" smtClean="0">
              <a:latin typeface="+mj-lt"/>
            </a:rPr>
            <a:t>They should be considered as revealed</a:t>
          </a:r>
          <a:endParaRPr lang="en-US" sz="24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3600" smtClean="0"/>
            <a:t>C</a:t>
          </a:r>
          <a:endParaRPr lang="en-US" sz="3600" dirty="0"/>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400" smtClean="0">
              <a:latin typeface="+mj-lt"/>
            </a:rPr>
            <a:t>There is a probability that they are revealed</a:t>
          </a:r>
          <a:endParaRPr lang="en-US" sz="24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9CCF0DC3-A08C-4486-B0F9-9C320226E588}" type="pres">
      <dgm:prSet presAssocID="{A340CCF0-5AE6-4CFB-AD34-25B0F55EEC7C}" presName="Name0" presStyleCnt="0">
        <dgm:presLayoutVars>
          <dgm:dir/>
          <dgm:animLvl val="lvl"/>
          <dgm:resizeHandles val="exact"/>
        </dgm:presLayoutVars>
      </dgm:prSet>
      <dgm:spPr/>
      <dgm:t>
        <a:bodyPr/>
        <a:lstStyle/>
        <a:p>
          <a:endParaRPr lang="en-US"/>
        </a:p>
      </dgm:t>
    </dgm:pt>
    <dgm:pt modelId="{28A1C493-FA5F-4971-A3BC-260B6E49DD0B}" type="pres">
      <dgm:prSet presAssocID="{B23F4277-E061-4A74-BDCF-3D4EBBBFC39A}" presName="linNode" presStyleCnt="0"/>
      <dgm:spPr/>
      <dgm:t>
        <a:bodyPr/>
        <a:lstStyle/>
        <a:p>
          <a:endParaRPr lang="en-US"/>
        </a:p>
      </dgm:t>
    </dgm:pt>
    <dgm:pt modelId="{5EFDBB3B-F348-420D-81C2-9D15D4BF359C}" type="pres">
      <dgm:prSet presAssocID="{B23F4277-E061-4A74-BDCF-3D4EBBBFC39A}" presName="parentText" presStyleLbl="node1" presStyleIdx="0" presStyleCnt="3">
        <dgm:presLayoutVars>
          <dgm:chMax val="1"/>
          <dgm:bulletEnabled val="1"/>
        </dgm:presLayoutVars>
      </dgm:prSet>
      <dgm:spPr/>
      <dgm:t>
        <a:bodyPr/>
        <a:lstStyle/>
        <a:p>
          <a:endParaRPr lang="en-US"/>
        </a:p>
      </dgm:t>
    </dgm:pt>
    <dgm:pt modelId="{AF952E11-E71C-49C5-A593-0677E889C070}" type="pres">
      <dgm:prSet presAssocID="{B23F4277-E061-4A74-BDCF-3D4EBBBFC39A}" presName="descendantText" presStyleLbl="alignAccFollowNode1" presStyleIdx="0" presStyleCnt="3">
        <dgm:presLayoutVars>
          <dgm:bulletEnabled val="1"/>
        </dgm:presLayoutVars>
      </dgm:prSet>
      <dgm:spPr/>
      <dgm:t>
        <a:bodyPr/>
        <a:lstStyle/>
        <a:p>
          <a:endParaRPr lang="en-US"/>
        </a:p>
      </dgm:t>
    </dgm:pt>
    <dgm:pt modelId="{4D3588EB-0406-459F-9293-3DAC399EAE8E}" type="pres">
      <dgm:prSet presAssocID="{7AEE54A7-8EED-4C56-9748-F29758B84073}" presName="sp" presStyleCnt="0"/>
      <dgm:spPr/>
      <dgm:t>
        <a:bodyPr/>
        <a:lstStyle/>
        <a:p>
          <a:endParaRPr lang="en-US"/>
        </a:p>
      </dgm:t>
    </dgm:pt>
    <dgm:pt modelId="{8CEF722C-043E-484A-B099-3B367BAB5631}" type="pres">
      <dgm:prSet presAssocID="{DAF51508-E6F5-4E68-85B1-E5457FE8EC14}" presName="linNode" presStyleCnt="0"/>
      <dgm:spPr/>
      <dgm:t>
        <a:bodyPr/>
        <a:lstStyle/>
        <a:p>
          <a:endParaRPr lang="en-US"/>
        </a:p>
      </dgm:t>
    </dgm:pt>
    <dgm:pt modelId="{0248853A-D21C-4346-B53E-ECD7022665A9}" type="pres">
      <dgm:prSet presAssocID="{DAF51508-E6F5-4E68-85B1-E5457FE8EC14}" presName="parentText" presStyleLbl="node1" presStyleIdx="1" presStyleCnt="3">
        <dgm:presLayoutVars>
          <dgm:chMax val="1"/>
          <dgm:bulletEnabled val="1"/>
        </dgm:presLayoutVars>
      </dgm:prSet>
      <dgm:spPr/>
      <dgm:t>
        <a:bodyPr/>
        <a:lstStyle/>
        <a:p>
          <a:endParaRPr lang="en-US"/>
        </a:p>
      </dgm:t>
    </dgm:pt>
    <dgm:pt modelId="{BA2BD858-F4E6-427A-A9F2-DFB9E211D30A}" type="pres">
      <dgm:prSet presAssocID="{DAF51508-E6F5-4E68-85B1-E5457FE8EC14}" presName="descendantText" presStyleLbl="alignAccFollowNode1" presStyleIdx="1" presStyleCnt="3">
        <dgm:presLayoutVars>
          <dgm:bulletEnabled val="1"/>
        </dgm:presLayoutVars>
      </dgm:prSet>
      <dgm:spPr/>
      <dgm:t>
        <a:bodyPr/>
        <a:lstStyle/>
        <a:p>
          <a:endParaRPr lang="en-US"/>
        </a:p>
      </dgm:t>
    </dgm:pt>
    <dgm:pt modelId="{7EF14298-64D9-49E6-B487-7C50C66C9B16}" type="pres">
      <dgm:prSet presAssocID="{3A5522DF-E11A-4932-9F73-A50087ABB334}" presName="sp" presStyleCnt="0"/>
      <dgm:spPr/>
      <dgm:t>
        <a:bodyPr/>
        <a:lstStyle/>
        <a:p>
          <a:endParaRPr lang="en-US"/>
        </a:p>
      </dgm:t>
    </dgm:pt>
    <dgm:pt modelId="{FFB4116E-6143-419E-A600-882D217008B9}" type="pres">
      <dgm:prSet presAssocID="{F227CE28-99EE-4531-BBE4-D826A75315A0}" presName="linNode" presStyleCnt="0"/>
      <dgm:spPr/>
      <dgm:t>
        <a:bodyPr/>
        <a:lstStyle/>
        <a:p>
          <a:endParaRPr lang="en-US"/>
        </a:p>
      </dgm:t>
    </dgm:pt>
    <dgm:pt modelId="{9B1C06FE-36C3-4417-B7FC-E51E80C08778}" type="pres">
      <dgm:prSet presAssocID="{F227CE28-99EE-4531-BBE4-D826A75315A0}" presName="parentText" presStyleLbl="node1" presStyleIdx="2" presStyleCnt="3">
        <dgm:presLayoutVars>
          <dgm:chMax val="1"/>
          <dgm:bulletEnabled val="1"/>
        </dgm:presLayoutVars>
      </dgm:prSet>
      <dgm:spPr/>
      <dgm:t>
        <a:bodyPr/>
        <a:lstStyle/>
        <a:p>
          <a:endParaRPr lang="en-US"/>
        </a:p>
      </dgm:t>
    </dgm:pt>
    <dgm:pt modelId="{2563AB9E-FD12-4C2A-847E-917C40548052}" type="pres">
      <dgm:prSet presAssocID="{F227CE28-99EE-4531-BBE4-D826A75315A0}" presName="descendantText" presStyleLbl="alignAccFollowNode1" presStyleIdx="2" presStyleCnt="3">
        <dgm:presLayoutVars>
          <dgm:bulletEnabled val="1"/>
        </dgm:presLayoutVars>
      </dgm:prSet>
      <dgm:spPr/>
      <dgm:t>
        <a:bodyPr/>
        <a:lstStyle/>
        <a:p>
          <a:endParaRPr lang="en-US"/>
        </a:p>
      </dgm:t>
    </dgm:pt>
  </dgm:ptLst>
  <dgm:cxnLst>
    <dgm:cxn modelId="{DA4AAB47-9657-4EC1-A8DC-CF211CD1DF4D}" srcId="{A340CCF0-5AE6-4CFB-AD34-25B0F55EEC7C}" destId="{F227CE28-99EE-4531-BBE4-D826A75315A0}" srcOrd="2" destOrd="0" parTransId="{E2EF5D2B-D0A5-4C30-8C69-17E304ED3993}" sibTransId="{6AF07DAE-54D8-471B-803C-1F13A643D494}"/>
    <dgm:cxn modelId="{84333BF7-8CD5-4089-91D7-4F9E45C892BC}" type="presOf" srcId="{A340CCF0-5AE6-4CFB-AD34-25B0F55EEC7C}" destId="{9CCF0DC3-A08C-4486-B0F9-9C320226E588}" srcOrd="0" destOrd="0" presId="urn:microsoft.com/office/officeart/2005/8/layout/vList5"/>
    <dgm:cxn modelId="{754D98D5-DAAC-4F88-A7A5-7E9A379B7092}" type="presOf" srcId="{7E0C4C1C-544F-4A2C-9B9D-3BA765CEDAED}" destId="{AF952E11-E71C-49C5-A593-0677E889C070}"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814CD180-71F1-42F1-849B-6AE771C27F47}" srcId="{DAF51508-E6F5-4E68-85B1-E5457FE8EC14}" destId="{76FE2376-AEF0-4C25-B8BD-C5F0F875B614}" srcOrd="0" destOrd="0" parTransId="{7D383471-E1E2-4E91-BCE2-631648AB20E0}" sibTransId="{0890E4CF-AAEB-4332-B9D9-55B456D12EBA}"/>
    <dgm:cxn modelId="{7102F497-59AB-4713-B8C7-1F4D8D65C318}" type="presOf" srcId="{DAF51508-E6F5-4E68-85B1-E5457FE8EC14}" destId="{0248853A-D21C-4346-B53E-ECD7022665A9}" srcOrd="0" destOrd="0" presId="urn:microsoft.com/office/officeart/2005/8/layout/vList5"/>
    <dgm:cxn modelId="{72B49FBC-4201-4666-A20D-A8FB2178F89D}" type="presOf" srcId="{B23F4277-E061-4A74-BDCF-3D4EBBBFC39A}" destId="{5EFDBB3B-F348-420D-81C2-9D15D4BF359C}" srcOrd="0" destOrd="0" presId="urn:microsoft.com/office/officeart/2005/8/layout/vList5"/>
    <dgm:cxn modelId="{C43281E5-444E-49E1-AAE6-D5CCCBE81586}" type="presOf" srcId="{76FE2376-AEF0-4C25-B8BD-C5F0F875B614}" destId="{BA2BD858-F4E6-427A-A9F2-DFB9E211D30A}"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AEE122C9-AE62-4829-B76B-D32627404F27}" srcId="{F227CE28-99EE-4531-BBE4-D826A75315A0}" destId="{69155F46-0B55-4B95-834B-07919A371CD1}" srcOrd="0" destOrd="0" parTransId="{22CF25C1-4981-43E3-87A0-E6F6C158564E}" sibTransId="{4706AC0B-E253-41CB-86F3-057345063ABC}"/>
    <dgm:cxn modelId="{FA8A1E4A-0A42-4AD1-A47C-56B2D2BCBACF}" type="presOf" srcId="{F227CE28-99EE-4531-BBE4-D826A75315A0}" destId="{9B1C06FE-36C3-4417-B7FC-E51E80C08778}" srcOrd="0" destOrd="0" presId="urn:microsoft.com/office/officeart/2005/8/layout/vList5"/>
    <dgm:cxn modelId="{E55B23C5-4FD2-4B32-89CB-3565EC9C9B04}" type="presOf" srcId="{69155F46-0B55-4B95-834B-07919A371CD1}" destId="{2563AB9E-FD12-4C2A-847E-917C40548052}"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F35FF278-DAE8-4FC5-82D8-49EF201B6133}" type="presParOf" srcId="{9CCF0DC3-A08C-4486-B0F9-9C320226E588}" destId="{28A1C493-FA5F-4971-A3BC-260B6E49DD0B}" srcOrd="0" destOrd="0" presId="urn:microsoft.com/office/officeart/2005/8/layout/vList5"/>
    <dgm:cxn modelId="{471E3D27-4001-4EB8-B42B-4918E5BD3389}" type="presParOf" srcId="{28A1C493-FA5F-4971-A3BC-260B6E49DD0B}" destId="{5EFDBB3B-F348-420D-81C2-9D15D4BF359C}" srcOrd="0" destOrd="0" presId="urn:microsoft.com/office/officeart/2005/8/layout/vList5"/>
    <dgm:cxn modelId="{503C63D5-79B7-422A-ADD3-3127C63F3F33}" type="presParOf" srcId="{28A1C493-FA5F-4971-A3BC-260B6E49DD0B}" destId="{AF952E11-E71C-49C5-A593-0677E889C070}" srcOrd="1" destOrd="0" presId="urn:microsoft.com/office/officeart/2005/8/layout/vList5"/>
    <dgm:cxn modelId="{E400F56A-8B55-4325-B4C8-C81C74EA0206}" type="presParOf" srcId="{9CCF0DC3-A08C-4486-B0F9-9C320226E588}" destId="{4D3588EB-0406-459F-9293-3DAC399EAE8E}" srcOrd="1" destOrd="0" presId="urn:microsoft.com/office/officeart/2005/8/layout/vList5"/>
    <dgm:cxn modelId="{1B3EEA63-9BBA-4FEC-9FC5-90952C6B30E6}" type="presParOf" srcId="{9CCF0DC3-A08C-4486-B0F9-9C320226E588}" destId="{8CEF722C-043E-484A-B099-3B367BAB5631}" srcOrd="2" destOrd="0" presId="urn:microsoft.com/office/officeart/2005/8/layout/vList5"/>
    <dgm:cxn modelId="{EBED74BD-1F9F-4E0B-A0C0-50D634D1C633}" type="presParOf" srcId="{8CEF722C-043E-484A-B099-3B367BAB5631}" destId="{0248853A-D21C-4346-B53E-ECD7022665A9}" srcOrd="0" destOrd="0" presId="urn:microsoft.com/office/officeart/2005/8/layout/vList5"/>
    <dgm:cxn modelId="{CCDB7363-7A12-4EE0-905D-E807B3890424}" type="presParOf" srcId="{8CEF722C-043E-484A-B099-3B367BAB5631}" destId="{BA2BD858-F4E6-427A-A9F2-DFB9E211D30A}" srcOrd="1" destOrd="0" presId="urn:microsoft.com/office/officeart/2005/8/layout/vList5"/>
    <dgm:cxn modelId="{1D287AFD-7F66-4100-9282-CD9AB6ECEAD9}" type="presParOf" srcId="{9CCF0DC3-A08C-4486-B0F9-9C320226E588}" destId="{7EF14298-64D9-49E6-B487-7C50C66C9B16}" srcOrd="3" destOrd="0" presId="urn:microsoft.com/office/officeart/2005/8/layout/vList5"/>
    <dgm:cxn modelId="{77826404-95BF-487B-BC37-9B05D320ED81}" type="presParOf" srcId="{9CCF0DC3-A08C-4486-B0F9-9C320226E588}" destId="{FFB4116E-6143-419E-A600-882D217008B9}" srcOrd="4" destOrd="0" presId="urn:microsoft.com/office/officeart/2005/8/layout/vList5"/>
    <dgm:cxn modelId="{351C22BA-0E9C-45D3-8D7A-1A9124E208A0}" type="presParOf" srcId="{FFB4116E-6143-419E-A600-882D217008B9}" destId="{9B1C06FE-36C3-4417-B7FC-E51E80C08778}" srcOrd="0" destOrd="0" presId="urn:microsoft.com/office/officeart/2005/8/layout/vList5"/>
    <dgm:cxn modelId="{58FDB4E9-A346-46A3-9E0C-36BFC703CEF6}" type="presParOf" srcId="{FFB4116E-6143-419E-A600-882D217008B9}" destId="{2563AB9E-FD12-4C2A-847E-917C40548052}"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000" smtClean="0">
              <a:latin typeface="+mj-lt"/>
            </a:rPr>
            <a:t>EDPS</a:t>
          </a:r>
          <a:endParaRPr lang="en-US" sz="20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000" smtClean="0">
              <a:latin typeface="+mj-lt"/>
            </a:rPr>
            <a:t>cert-EU</a:t>
          </a:r>
          <a:endParaRPr lang="en-US" sz="20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2800" b="0" smtClean="0">
              <a:latin typeface="+mj-lt"/>
            </a:rPr>
            <a:t>C</a:t>
          </a:r>
          <a:endParaRPr lang="en-US" sz="2800" b="0" dirty="0">
            <a:latin typeface="+mj-lt"/>
          </a:endParaRPr>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000" smtClean="0">
              <a:latin typeface="+mj-lt"/>
            </a:rPr>
            <a:t>Users of the platform</a:t>
          </a:r>
          <a:endParaRPr lang="en-US" sz="20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44C81567-38C9-4E2A-A5F8-F577E7B731B8}">
      <dgm:prSet phldrT="[Text]" custT="1"/>
      <dgm:spPr/>
      <dgm:t>
        <a:bodyPr anchor="ctr" anchorCtr="0"/>
        <a:lstStyle/>
        <a:p>
          <a:r>
            <a:rPr lang="en-US" sz="2000" smtClean="0">
              <a:latin typeface="+mj-lt"/>
            </a:rPr>
            <a:t>Public</a:t>
          </a:r>
          <a:endParaRPr lang="en-US" sz="2000" dirty="0">
            <a:latin typeface="+mj-lt"/>
          </a:endParaRPr>
        </a:p>
      </dgm:t>
    </dgm:pt>
    <dgm:pt modelId="{345C8BD9-82F4-4EF3-8EAC-CF460FA13B0C}" type="parTrans" cxnId="{806640AF-6017-4E35-858D-99439F3BE022}">
      <dgm:prSet/>
      <dgm:spPr/>
      <dgm:t>
        <a:bodyPr/>
        <a:lstStyle/>
        <a:p>
          <a:endParaRPr lang="en-US" sz="1600"/>
        </a:p>
      </dgm:t>
    </dgm:pt>
    <dgm:pt modelId="{8EDA5B6D-C43B-41F2-9DF1-900ACBD55EC9}" type="sibTrans" cxnId="{806640AF-6017-4E35-858D-99439F3BE022}">
      <dgm:prSet/>
      <dgm:spPr/>
      <dgm:t>
        <a:bodyPr/>
        <a:lstStyle/>
        <a:p>
          <a:endParaRPr lang="en-US" sz="1600"/>
        </a:p>
      </dgm:t>
    </dgm:pt>
    <dgm:pt modelId="{10A8DDA4-6B97-41F0-830C-036F980F1F25}">
      <dgm:prSet phldrT="[Text]" custT="1"/>
      <dgm:spPr/>
      <dgm:t>
        <a:bodyPr/>
        <a:lstStyle/>
        <a:p>
          <a:r>
            <a:rPr lang="en-US" sz="2800" b="0" smtClean="0">
              <a:latin typeface="+mj-lt"/>
            </a:rPr>
            <a:t>D</a:t>
          </a:r>
          <a:endParaRPr lang="en-US" sz="2800" b="0" dirty="0">
            <a:latin typeface="+mj-lt"/>
          </a:endParaRPr>
        </a:p>
      </dgm:t>
    </dgm:pt>
    <dgm:pt modelId="{45092E9C-CF0F-4669-B2A8-0744E43590EC}" type="parTrans" cxnId="{4F32EFCC-6088-4DE8-85AC-5AF72AC5E81A}">
      <dgm:prSet/>
      <dgm:spPr/>
      <dgm:t>
        <a:bodyPr/>
        <a:lstStyle/>
        <a:p>
          <a:endParaRPr lang="en-US" sz="1600"/>
        </a:p>
      </dgm:t>
    </dgm:pt>
    <dgm:pt modelId="{27378BC8-FCC6-4598-BB24-3C32ED98DFB2}" type="sibTrans" cxnId="{4F32EFCC-6088-4DE8-85AC-5AF72AC5E81A}">
      <dgm:prSet/>
      <dgm:spPr/>
      <dgm:t>
        <a:bodyPr/>
        <a:lstStyle/>
        <a:p>
          <a:endParaRPr lang="en-US" sz="1600"/>
        </a:p>
      </dgm:t>
    </dgm:pt>
    <dgm:pt modelId="{327966E0-6D42-4DD7-9AF2-7C24C419AE52}">
      <dgm:prSet phldrT="[Text]" custT="1"/>
      <dgm:spPr/>
      <dgm:t>
        <a:bodyPr/>
        <a:lstStyle/>
        <a:p>
          <a:r>
            <a:rPr lang="en-US" sz="2800" b="0" smtClean="0">
              <a:latin typeface="+mj-lt"/>
            </a:rPr>
            <a:t>E</a:t>
          </a:r>
          <a:endParaRPr lang="en-US" sz="2800" b="0" dirty="0">
            <a:latin typeface="+mj-lt"/>
          </a:endParaRPr>
        </a:p>
      </dgm:t>
    </dgm:pt>
    <dgm:pt modelId="{8CED7BDA-F4F5-46EE-AD26-9729E87E1EDC}" type="parTrans" cxnId="{87470B3C-17A5-4D6D-8F7D-A9F14254BAFB}">
      <dgm:prSet/>
      <dgm:spPr/>
      <dgm:t>
        <a:bodyPr/>
        <a:lstStyle/>
        <a:p>
          <a:endParaRPr lang="en-US" sz="1600"/>
        </a:p>
      </dgm:t>
    </dgm:pt>
    <dgm:pt modelId="{B9C67B89-F440-4C63-94FA-3DB22083D351}" type="sibTrans" cxnId="{87470B3C-17A5-4D6D-8F7D-A9F14254BAFB}">
      <dgm:prSet/>
      <dgm:spPr/>
      <dgm:t>
        <a:bodyPr/>
        <a:lstStyle/>
        <a:p>
          <a:endParaRPr lang="en-US" sz="1600"/>
        </a:p>
      </dgm:t>
    </dgm:pt>
    <dgm:pt modelId="{661D5167-F04A-4FF7-ADC1-D4268235EBD0}">
      <dgm:prSet phldrT="[Text]" custT="1"/>
      <dgm:spPr/>
      <dgm:t>
        <a:bodyPr anchor="ctr" anchorCtr="0"/>
        <a:lstStyle/>
        <a:p>
          <a:r>
            <a:rPr lang="en-US" sz="2000" smtClean="0">
              <a:latin typeface="+mj-lt"/>
            </a:rPr>
            <a:t>National CSIRT of hosting MS</a:t>
          </a:r>
          <a:endParaRPr lang="en-US" sz="2000" dirty="0">
            <a:latin typeface="+mj-lt"/>
          </a:endParaRPr>
        </a:p>
      </dgm:t>
    </dgm:pt>
    <dgm:pt modelId="{0A955E8C-BB8E-4F61-8208-8A4CB16862D5}" type="parTrans" cxnId="{E9894609-4BDA-4FAC-9F5F-5999F219F98F}">
      <dgm:prSet/>
      <dgm:spPr/>
      <dgm:t>
        <a:bodyPr/>
        <a:lstStyle/>
        <a:p>
          <a:endParaRPr lang="en-US" sz="1600"/>
        </a:p>
      </dgm:t>
    </dgm:pt>
    <dgm:pt modelId="{EDE0370F-8054-470A-A456-1E022950A740}" type="sibTrans" cxnId="{E9894609-4BDA-4FAC-9F5F-5999F219F98F}">
      <dgm:prSet/>
      <dgm:spPr/>
      <dgm:t>
        <a:bodyPr/>
        <a:lstStyle/>
        <a:p>
          <a:endParaRPr lang="en-US" sz="1600"/>
        </a:p>
      </dgm:t>
    </dgm:pt>
    <dgm:pt modelId="{BE0A6930-CBCF-4955-98C7-4C5674575D72}">
      <dgm:prSet phldrT="[Text]" custT="1"/>
      <dgm:spPr/>
      <dgm:t>
        <a:bodyPr/>
        <a:lstStyle/>
        <a:p>
          <a:r>
            <a:rPr lang="en-US" sz="2800" b="0" smtClean="0">
              <a:latin typeface="+mj-lt"/>
            </a:rPr>
            <a:t>F</a:t>
          </a:r>
          <a:endParaRPr lang="en-US" sz="2800" b="0" dirty="0">
            <a:latin typeface="+mj-lt"/>
          </a:endParaRPr>
        </a:p>
      </dgm:t>
    </dgm:pt>
    <dgm:pt modelId="{93CF2D00-64BF-4B00-8222-4091FAD9A877}" type="parTrans" cxnId="{B9B3D37C-3A66-4BB2-A167-C744D59463D6}">
      <dgm:prSet/>
      <dgm:spPr/>
      <dgm:t>
        <a:bodyPr/>
        <a:lstStyle/>
        <a:p>
          <a:endParaRPr lang="en-US" sz="1600"/>
        </a:p>
      </dgm:t>
    </dgm:pt>
    <dgm:pt modelId="{38F01052-8AA4-4FFA-8666-E01B60EB5260}" type="sibTrans" cxnId="{B9B3D37C-3A66-4BB2-A167-C744D59463D6}">
      <dgm:prSet/>
      <dgm:spPr/>
      <dgm:t>
        <a:bodyPr/>
        <a:lstStyle/>
        <a:p>
          <a:endParaRPr lang="en-US" sz="1600"/>
        </a:p>
      </dgm:t>
    </dgm:pt>
    <dgm:pt modelId="{88ECBC31-E864-4C83-A746-D258AA8FC8B3}">
      <dgm:prSet phldrT="[Text]" custT="1"/>
      <dgm:spPr/>
      <dgm:t>
        <a:bodyPr anchor="ctr" anchorCtr="0"/>
        <a:lstStyle/>
        <a:p>
          <a:r>
            <a:rPr lang="en-US" sz="2000" smtClean="0">
              <a:latin typeface="+mj-lt"/>
            </a:rPr>
            <a:t>Law enforcement Authorities of hosting MS</a:t>
          </a:r>
          <a:endParaRPr lang="en-US" sz="2000" dirty="0">
            <a:latin typeface="+mj-lt"/>
          </a:endParaRPr>
        </a:p>
      </dgm:t>
    </dgm:pt>
    <dgm:pt modelId="{9C0F4C14-E753-4B55-85AF-C6E142F35367}" type="parTrans" cxnId="{3AF54992-3F2F-4C73-A292-E49CB6B996C8}">
      <dgm:prSet/>
      <dgm:spPr/>
      <dgm:t>
        <a:bodyPr/>
        <a:lstStyle/>
        <a:p>
          <a:endParaRPr lang="en-US" sz="1600"/>
        </a:p>
      </dgm:t>
    </dgm:pt>
    <dgm:pt modelId="{88750314-2B48-4FDB-B695-DE2B35AC26C0}" type="sibTrans" cxnId="{3AF54992-3F2F-4C73-A292-E49CB6B996C8}">
      <dgm:prSet/>
      <dgm:spPr/>
      <dgm:t>
        <a:bodyPr/>
        <a:lstStyle/>
        <a:p>
          <a:endParaRPr lang="en-US" sz="1600"/>
        </a:p>
      </dgm:t>
    </dgm:pt>
    <dgm:pt modelId="{EA8BB6F6-CBE2-4F22-B76D-72B310E1FD2E}">
      <dgm:prSet phldrT="[Text]" custT="1"/>
      <dgm:spPr/>
      <dgm:t>
        <a:bodyPr/>
        <a:lstStyle/>
        <a:p>
          <a:r>
            <a:rPr lang="en-US" sz="2800" b="0" smtClean="0">
              <a:latin typeface="+mj-lt"/>
            </a:rPr>
            <a:t>G</a:t>
          </a:r>
          <a:endParaRPr lang="en-US" sz="2800" b="0" dirty="0">
            <a:latin typeface="+mj-lt"/>
          </a:endParaRPr>
        </a:p>
      </dgm:t>
    </dgm:pt>
    <dgm:pt modelId="{650A23F6-8CE5-4CEB-93B8-EEB2DA07C2ED}" type="parTrans" cxnId="{AEF77757-C530-417E-BD8C-B0DA0F0A063D}">
      <dgm:prSet/>
      <dgm:spPr/>
      <dgm:t>
        <a:bodyPr/>
        <a:lstStyle/>
        <a:p>
          <a:endParaRPr lang="en-US" sz="1600"/>
        </a:p>
      </dgm:t>
    </dgm:pt>
    <dgm:pt modelId="{1741931F-9732-4A95-A4FD-FF3A159E34A3}" type="sibTrans" cxnId="{AEF77757-C530-417E-BD8C-B0DA0F0A063D}">
      <dgm:prSet/>
      <dgm:spPr/>
      <dgm:t>
        <a:bodyPr/>
        <a:lstStyle/>
        <a:p>
          <a:endParaRPr lang="en-US" sz="1600"/>
        </a:p>
      </dgm:t>
    </dgm:pt>
    <dgm:pt modelId="{27186113-4FAC-42DD-BF7D-7991915726AB}">
      <dgm:prSet phldrT="[Text]" custT="1"/>
      <dgm:spPr/>
      <dgm:t>
        <a:bodyPr anchor="ctr" anchorCtr="0"/>
        <a:lstStyle/>
        <a:p>
          <a:r>
            <a:rPr lang="en-US" sz="2000" smtClean="0">
              <a:latin typeface="+mj-lt"/>
            </a:rPr>
            <a:t>Other</a:t>
          </a:r>
          <a:endParaRPr lang="en-US" sz="2000" dirty="0">
            <a:latin typeface="+mj-lt"/>
          </a:endParaRPr>
        </a:p>
      </dgm:t>
    </dgm:pt>
    <dgm:pt modelId="{04E59B5B-411B-4960-ACFC-BB6373447E1E}" type="parTrans" cxnId="{09255F83-02BA-42D8-B917-AB30682D24A8}">
      <dgm:prSet/>
      <dgm:spPr/>
      <dgm:t>
        <a:bodyPr/>
        <a:lstStyle/>
        <a:p>
          <a:endParaRPr lang="en-US" sz="1600"/>
        </a:p>
      </dgm:t>
    </dgm:pt>
    <dgm:pt modelId="{1DB0E71A-8C44-493E-AC06-11A20E53C309}" type="sibTrans" cxnId="{09255F83-02BA-42D8-B917-AB30682D24A8}">
      <dgm:prSet/>
      <dgm:spPr/>
      <dgm:t>
        <a:bodyPr/>
        <a:lstStyle/>
        <a:p>
          <a:endParaRPr lang="en-US" sz="1600"/>
        </a:p>
      </dgm:t>
    </dgm:pt>
    <dgm:pt modelId="{55E7E267-E472-4EAD-B0DA-4987EEB293A5}" type="pres">
      <dgm:prSet presAssocID="{A340CCF0-5AE6-4CFB-AD34-25B0F55EEC7C}" presName="Name0" presStyleCnt="0">
        <dgm:presLayoutVars>
          <dgm:dir/>
          <dgm:animLvl val="lvl"/>
          <dgm:resizeHandles val="exact"/>
        </dgm:presLayoutVars>
      </dgm:prSet>
      <dgm:spPr/>
      <dgm:t>
        <a:bodyPr/>
        <a:lstStyle/>
        <a:p>
          <a:endParaRPr lang="en-US"/>
        </a:p>
      </dgm:t>
    </dgm:pt>
    <dgm:pt modelId="{20AECCE7-B17F-481A-AE0D-3B2413B4349D}" type="pres">
      <dgm:prSet presAssocID="{B23F4277-E061-4A74-BDCF-3D4EBBBFC39A}" presName="linNode" presStyleCnt="0"/>
      <dgm:spPr/>
      <dgm:t>
        <a:bodyPr/>
        <a:lstStyle/>
        <a:p>
          <a:endParaRPr lang="en-US"/>
        </a:p>
      </dgm:t>
    </dgm:pt>
    <dgm:pt modelId="{CF5F6174-BA43-409F-9D3E-36993BCB4862}" type="pres">
      <dgm:prSet presAssocID="{B23F4277-E061-4A74-BDCF-3D4EBBBFC39A}" presName="parentText" presStyleLbl="node1" presStyleIdx="0" presStyleCnt="7">
        <dgm:presLayoutVars>
          <dgm:chMax val="1"/>
          <dgm:bulletEnabled val="1"/>
        </dgm:presLayoutVars>
      </dgm:prSet>
      <dgm:spPr/>
      <dgm:t>
        <a:bodyPr/>
        <a:lstStyle/>
        <a:p>
          <a:endParaRPr lang="en-US"/>
        </a:p>
      </dgm:t>
    </dgm:pt>
    <dgm:pt modelId="{78EEDA83-92AD-44B3-A98C-1979EFA98A6F}" type="pres">
      <dgm:prSet presAssocID="{B23F4277-E061-4A74-BDCF-3D4EBBBFC39A}" presName="descendantText" presStyleLbl="alignAccFollowNode1" presStyleIdx="0" presStyleCnt="7">
        <dgm:presLayoutVars>
          <dgm:bulletEnabled val="1"/>
        </dgm:presLayoutVars>
      </dgm:prSet>
      <dgm:spPr/>
      <dgm:t>
        <a:bodyPr/>
        <a:lstStyle/>
        <a:p>
          <a:endParaRPr lang="en-US"/>
        </a:p>
      </dgm:t>
    </dgm:pt>
    <dgm:pt modelId="{0A07E5A3-E891-4947-9B9C-A4429B1E638D}" type="pres">
      <dgm:prSet presAssocID="{7AEE54A7-8EED-4C56-9748-F29758B84073}" presName="sp" presStyleCnt="0"/>
      <dgm:spPr/>
      <dgm:t>
        <a:bodyPr/>
        <a:lstStyle/>
        <a:p>
          <a:endParaRPr lang="en-US"/>
        </a:p>
      </dgm:t>
    </dgm:pt>
    <dgm:pt modelId="{623C0066-3F9C-4753-90EB-30C0B6534098}" type="pres">
      <dgm:prSet presAssocID="{DAF51508-E6F5-4E68-85B1-E5457FE8EC14}" presName="linNode" presStyleCnt="0"/>
      <dgm:spPr/>
      <dgm:t>
        <a:bodyPr/>
        <a:lstStyle/>
        <a:p>
          <a:endParaRPr lang="en-US"/>
        </a:p>
      </dgm:t>
    </dgm:pt>
    <dgm:pt modelId="{EAB9F1A1-CE88-44C5-8BAD-DE8063954945}" type="pres">
      <dgm:prSet presAssocID="{DAF51508-E6F5-4E68-85B1-E5457FE8EC14}" presName="parentText" presStyleLbl="node1" presStyleIdx="1" presStyleCnt="7">
        <dgm:presLayoutVars>
          <dgm:chMax val="1"/>
          <dgm:bulletEnabled val="1"/>
        </dgm:presLayoutVars>
      </dgm:prSet>
      <dgm:spPr/>
      <dgm:t>
        <a:bodyPr/>
        <a:lstStyle/>
        <a:p>
          <a:endParaRPr lang="en-US"/>
        </a:p>
      </dgm:t>
    </dgm:pt>
    <dgm:pt modelId="{CA25329A-3040-43CD-A19C-E1ECCF64C4D4}" type="pres">
      <dgm:prSet presAssocID="{DAF51508-E6F5-4E68-85B1-E5457FE8EC14}" presName="descendantText" presStyleLbl="alignAccFollowNode1" presStyleIdx="1" presStyleCnt="7">
        <dgm:presLayoutVars>
          <dgm:bulletEnabled val="1"/>
        </dgm:presLayoutVars>
      </dgm:prSet>
      <dgm:spPr/>
      <dgm:t>
        <a:bodyPr/>
        <a:lstStyle/>
        <a:p>
          <a:endParaRPr lang="en-US"/>
        </a:p>
      </dgm:t>
    </dgm:pt>
    <dgm:pt modelId="{7DD71B66-7B5E-4E87-BF40-38DAB0480F82}" type="pres">
      <dgm:prSet presAssocID="{3A5522DF-E11A-4932-9F73-A50087ABB334}" presName="sp" presStyleCnt="0"/>
      <dgm:spPr/>
      <dgm:t>
        <a:bodyPr/>
        <a:lstStyle/>
        <a:p>
          <a:endParaRPr lang="en-US"/>
        </a:p>
      </dgm:t>
    </dgm:pt>
    <dgm:pt modelId="{F9F38CF5-1167-4EE5-9034-34BC95233CF7}" type="pres">
      <dgm:prSet presAssocID="{F227CE28-99EE-4531-BBE4-D826A75315A0}" presName="linNode" presStyleCnt="0"/>
      <dgm:spPr/>
      <dgm:t>
        <a:bodyPr/>
        <a:lstStyle/>
        <a:p>
          <a:endParaRPr lang="en-US"/>
        </a:p>
      </dgm:t>
    </dgm:pt>
    <dgm:pt modelId="{3D5A577A-AEAF-46C7-879B-CB4044FEC06E}" type="pres">
      <dgm:prSet presAssocID="{F227CE28-99EE-4531-BBE4-D826A75315A0}" presName="parentText" presStyleLbl="node1" presStyleIdx="2" presStyleCnt="7">
        <dgm:presLayoutVars>
          <dgm:chMax val="1"/>
          <dgm:bulletEnabled val="1"/>
        </dgm:presLayoutVars>
      </dgm:prSet>
      <dgm:spPr/>
      <dgm:t>
        <a:bodyPr/>
        <a:lstStyle/>
        <a:p>
          <a:endParaRPr lang="en-US"/>
        </a:p>
      </dgm:t>
    </dgm:pt>
    <dgm:pt modelId="{DDE2EDB6-833B-403B-A12C-6C50B6FCBCB0}" type="pres">
      <dgm:prSet presAssocID="{F227CE28-99EE-4531-BBE4-D826A75315A0}" presName="descendantText" presStyleLbl="alignAccFollowNode1" presStyleIdx="2" presStyleCnt="7">
        <dgm:presLayoutVars>
          <dgm:bulletEnabled val="1"/>
        </dgm:presLayoutVars>
      </dgm:prSet>
      <dgm:spPr/>
      <dgm:t>
        <a:bodyPr/>
        <a:lstStyle/>
        <a:p>
          <a:endParaRPr lang="en-US"/>
        </a:p>
      </dgm:t>
    </dgm:pt>
    <dgm:pt modelId="{A8C99957-1C98-4748-BC17-06D449A084E5}" type="pres">
      <dgm:prSet presAssocID="{6AF07DAE-54D8-471B-803C-1F13A643D494}" presName="sp" presStyleCnt="0"/>
      <dgm:spPr/>
      <dgm:t>
        <a:bodyPr/>
        <a:lstStyle/>
        <a:p>
          <a:endParaRPr lang="en-US"/>
        </a:p>
      </dgm:t>
    </dgm:pt>
    <dgm:pt modelId="{DD735E2A-48A3-46D5-B8BE-6DDE8AD2E218}" type="pres">
      <dgm:prSet presAssocID="{10A8DDA4-6B97-41F0-830C-036F980F1F25}" presName="linNode" presStyleCnt="0"/>
      <dgm:spPr/>
      <dgm:t>
        <a:bodyPr/>
        <a:lstStyle/>
        <a:p>
          <a:endParaRPr lang="en-US"/>
        </a:p>
      </dgm:t>
    </dgm:pt>
    <dgm:pt modelId="{9CFA7356-8E3F-43A8-88CF-BD47CEF729B8}" type="pres">
      <dgm:prSet presAssocID="{10A8DDA4-6B97-41F0-830C-036F980F1F25}" presName="parentText" presStyleLbl="node1" presStyleIdx="3" presStyleCnt="7">
        <dgm:presLayoutVars>
          <dgm:chMax val="1"/>
          <dgm:bulletEnabled val="1"/>
        </dgm:presLayoutVars>
      </dgm:prSet>
      <dgm:spPr/>
      <dgm:t>
        <a:bodyPr/>
        <a:lstStyle/>
        <a:p>
          <a:endParaRPr lang="en-US"/>
        </a:p>
      </dgm:t>
    </dgm:pt>
    <dgm:pt modelId="{0251B719-D041-4FB9-9C40-B1343552C063}" type="pres">
      <dgm:prSet presAssocID="{10A8DDA4-6B97-41F0-830C-036F980F1F25}" presName="descendantText" presStyleLbl="alignAccFollowNode1" presStyleIdx="3" presStyleCnt="7">
        <dgm:presLayoutVars>
          <dgm:bulletEnabled val="1"/>
        </dgm:presLayoutVars>
      </dgm:prSet>
      <dgm:spPr/>
      <dgm:t>
        <a:bodyPr/>
        <a:lstStyle/>
        <a:p>
          <a:endParaRPr lang="en-US"/>
        </a:p>
      </dgm:t>
    </dgm:pt>
    <dgm:pt modelId="{DA21277D-6482-42A1-A0A4-2CFCD5C7DB57}" type="pres">
      <dgm:prSet presAssocID="{27378BC8-FCC6-4598-BB24-3C32ED98DFB2}" presName="sp" presStyleCnt="0"/>
      <dgm:spPr/>
      <dgm:t>
        <a:bodyPr/>
        <a:lstStyle/>
        <a:p>
          <a:endParaRPr lang="en-US"/>
        </a:p>
      </dgm:t>
    </dgm:pt>
    <dgm:pt modelId="{AE6E32ED-5205-4828-8DAA-44682AE9C95A}" type="pres">
      <dgm:prSet presAssocID="{327966E0-6D42-4DD7-9AF2-7C24C419AE52}" presName="linNode" presStyleCnt="0"/>
      <dgm:spPr/>
      <dgm:t>
        <a:bodyPr/>
        <a:lstStyle/>
        <a:p>
          <a:endParaRPr lang="en-US"/>
        </a:p>
      </dgm:t>
    </dgm:pt>
    <dgm:pt modelId="{3F050A77-5818-4CBA-A4F1-2FCD113F133B}" type="pres">
      <dgm:prSet presAssocID="{327966E0-6D42-4DD7-9AF2-7C24C419AE52}" presName="parentText" presStyleLbl="node1" presStyleIdx="4" presStyleCnt="7">
        <dgm:presLayoutVars>
          <dgm:chMax val="1"/>
          <dgm:bulletEnabled val="1"/>
        </dgm:presLayoutVars>
      </dgm:prSet>
      <dgm:spPr/>
      <dgm:t>
        <a:bodyPr/>
        <a:lstStyle/>
        <a:p>
          <a:endParaRPr lang="en-US"/>
        </a:p>
      </dgm:t>
    </dgm:pt>
    <dgm:pt modelId="{4A0742CA-3348-48DF-8F14-833DDA6D6D37}" type="pres">
      <dgm:prSet presAssocID="{327966E0-6D42-4DD7-9AF2-7C24C419AE52}" presName="descendantText" presStyleLbl="alignAccFollowNode1" presStyleIdx="4" presStyleCnt="7">
        <dgm:presLayoutVars>
          <dgm:bulletEnabled val="1"/>
        </dgm:presLayoutVars>
      </dgm:prSet>
      <dgm:spPr/>
      <dgm:t>
        <a:bodyPr/>
        <a:lstStyle/>
        <a:p>
          <a:endParaRPr lang="en-US"/>
        </a:p>
      </dgm:t>
    </dgm:pt>
    <dgm:pt modelId="{A04FA80D-0806-43E7-807B-F3B49D4DA1F5}" type="pres">
      <dgm:prSet presAssocID="{B9C67B89-F440-4C63-94FA-3DB22083D351}" presName="sp" presStyleCnt="0"/>
      <dgm:spPr/>
      <dgm:t>
        <a:bodyPr/>
        <a:lstStyle/>
        <a:p>
          <a:endParaRPr lang="en-US"/>
        </a:p>
      </dgm:t>
    </dgm:pt>
    <dgm:pt modelId="{F90FE093-9160-46E1-B9BA-15D69CFDF1A7}" type="pres">
      <dgm:prSet presAssocID="{BE0A6930-CBCF-4955-98C7-4C5674575D72}" presName="linNode" presStyleCnt="0"/>
      <dgm:spPr/>
      <dgm:t>
        <a:bodyPr/>
        <a:lstStyle/>
        <a:p>
          <a:endParaRPr lang="en-US"/>
        </a:p>
      </dgm:t>
    </dgm:pt>
    <dgm:pt modelId="{6DAA73B0-23B5-4C2D-8E31-5ECF0032C4D3}" type="pres">
      <dgm:prSet presAssocID="{BE0A6930-CBCF-4955-98C7-4C5674575D72}" presName="parentText" presStyleLbl="node1" presStyleIdx="5" presStyleCnt="7">
        <dgm:presLayoutVars>
          <dgm:chMax val="1"/>
          <dgm:bulletEnabled val="1"/>
        </dgm:presLayoutVars>
      </dgm:prSet>
      <dgm:spPr/>
      <dgm:t>
        <a:bodyPr/>
        <a:lstStyle/>
        <a:p>
          <a:endParaRPr lang="en-US"/>
        </a:p>
      </dgm:t>
    </dgm:pt>
    <dgm:pt modelId="{B381B700-7814-411A-B968-DC2955231595}" type="pres">
      <dgm:prSet presAssocID="{BE0A6930-CBCF-4955-98C7-4C5674575D72}" presName="descendantText" presStyleLbl="alignAccFollowNode1" presStyleIdx="5" presStyleCnt="7">
        <dgm:presLayoutVars>
          <dgm:bulletEnabled val="1"/>
        </dgm:presLayoutVars>
      </dgm:prSet>
      <dgm:spPr/>
      <dgm:t>
        <a:bodyPr/>
        <a:lstStyle/>
        <a:p>
          <a:endParaRPr lang="en-US"/>
        </a:p>
      </dgm:t>
    </dgm:pt>
    <dgm:pt modelId="{0A5CF4A4-897B-4A64-884F-3890D8E8121B}" type="pres">
      <dgm:prSet presAssocID="{38F01052-8AA4-4FFA-8666-E01B60EB5260}" presName="sp" presStyleCnt="0"/>
      <dgm:spPr/>
      <dgm:t>
        <a:bodyPr/>
        <a:lstStyle/>
        <a:p>
          <a:endParaRPr lang="en-US"/>
        </a:p>
      </dgm:t>
    </dgm:pt>
    <dgm:pt modelId="{5B8ED9A8-156A-4804-89D0-484949CC95DF}" type="pres">
      <dgm:prSet presAssocID="{EA8BB6F6-CBE2-4F22-B76D-72B310E1FD2E}" presName="linNode" presStyleCnt="0"/>
      <dgm:spPr/>
      <dgm:t>
        <a:bodyPr/>
        <a:lstStyle/>
        <a:p>
          <a:endParaRPr lang="en-US"/>
        </a:p>
      </dgm:t>
    </dgm:pt>
    <dgm:pt modelId="{46426C18-4119-491D-9695-4B60A4ACEA81}" type="pres">
      <dgm:prSet presAssocID="{EA8BB6F6-CBE2-4F22-B76D-72B310E1FD2E}" presName="parentText" presStyleLbl="node1" presStyleIdx="6" presStyleCnt="7">
        <dgm:presLayoutVars>
          <dgm:chMax val="1"/>
          <dgm:bulletEnabled val="1"/>
        </dgm:presLayoutVars>
      </dgm:prSet>
      <dgm:spPr/>
      <dgm:t>
        <a:bodyPr/>
        <a:lstStyle/>
        <a:p>
          <a:endParaRPr lang="en-US"/>
        </a:p>
      </dgm:t>
    </dgm:pt>
    <dgm:pt modelId="{05F150D2-C736-4484-A00F-BD42C2281DDD}" type="pres">
      <dgm:prSet presAssocID="{EA8BB6F6-CBE2-4F22-B76D-72B310E1FD2E}" presName="descendantText" presStyleLbl="alignAccFollowNode1" presStyleIdx="6" presStyleCnt="7">
        <dgm:presLayoutVars>
          <dgm:bulletEnabled val="1"/>
        </dgm:presLayoutVars>
      </dgm:prSet>
      <dgm:spPr/>
      <dgm:t>
        <a:bodyPr/>
        <a:lstStyle/>
        <a:p>
          <a:endParaRPr lang="en-US"/>
        </a:p>
      </dgm:t>
    </dgm:pt>
  </dgm:ptLst>
  <dgm:cxnLst>
    <dgm:cxn modelId="{3AF54992-3F2F-4C73-A292-E49CB6B996C8}" srcId="{BE0A6930-CBCF-4955-98C7-4C5674575D72}" destId="{88ECBC31-E864-4C83-A746-D258AA8FC8B3}" srcOrd="0" destOrd="0" parTransId="{9C0F4C14-E753-4B55-85AF-C6E142F35367}" sibTransId="{88750314-2B48-4FDB-B695-DE2B35AC26C0}"/>
    <dgm:cxn modelId="{B9C48124-16CD-4E29-8DA2-146F43082A96}" type="presOf" srcId="{88ECBC31-E864-4C83-A746-D258AA8FC8B3}" destId="{B381B700-7814-411A-B968-DC2955231595}" srcOrd="0" destOrd="0" presId="urn:microsoft.com/office/officeart/2005/8/layout/vList5"/>
    <dgm:cxn modelId="{AEE122C9-AE62-4829-B76B-D32627404F27}" srcId="{F227CE28-99EE-4531-BBE4-D826A75315A0}" destId="{69155F46-0B55-4B95-834B-07919A371CD1}" srcOrd="0" destOrd="0" parTransId="{22CF25C1-4981-43E3-87A0-E6F6C158564E}" sibTransId="{4706AC0B-E253-41CB-86F3-057345063ABC}"/>
    <dgm:cxn modelId="{865E8E74-80A9-4779-8BDE-8B993DE1E800}" type="presOf" srcId="{EA8BB6F6-CBE2-4F22-B76D-72B310E1FD2E}" destId="{46426C18-4119-491D-9695-4B60A4ACEA81}" srcOrd="0" destOrd="0" presId="urn:microsoft.com/office/officeart/2005/8/layout/vList5"/>
    <dgm:cxn modelId="{806640AF-6017-4E35-858D-99439F3BE022}" srcId="{10A8DDA4-6B97-41F0-830C-036F980F1F25}" destId="{44C81567-38C9-4E2A-A5F8-F577E7B731B8}" srcOrd="0" destOrd="0" parTransId="{345C8BD9-82F4-4EF3-8EAC-CF460FA13B0C}" sibTransId="{8EDA5B6D-C43B-41F2-9DF1-900ACBD55EC9}"/>
    <dgm:cxn modelId="{05A0C162-2F9C-4889-8316-5DC5B2FBC2ED}" type="presOf" srcId="{B23F4277-E061-4A74-BDCF-3D4EBBBFC39A}" destId="{CF5F6174-BA43-409F-9D3E-36993BCB4862}"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B9B3D37C-3A66-4BB2-A167-C744D59463D6}" srcId="{A340CCF0-5AE6-4CFB-AD34-25B0F55EEC7C}" destId="{BE0A6930-CBCF-4955-98C7-4C5674575D72}" srcOrd="5" destOrd="0" parTransId="{93CF2D00-64BF-4B00-8222-4091FAD9A877}" sibTransId="{38F01052-8AA4-4FFA-8666-E01B60EB5260}"/>
    <dgm:cxn modelId="{4F32EFCC-6088-4DE8-85AC-5AF72AC5E81A}" srcId="{A340CCF0-5AE6-4CFB-AD34-25B0F55EEC7C}" destId="{10A8DDA4-6B97-41F0-830C-036F980F1F25}" srcOrd="3" destOrd="0" parTransId="{45092E9C-CF0F-4669-B2A8-0744E43590EC}" sibTransId="{27378BC8-FCC6-4598-BB24-3C32ED98DFB2}"/>
    <dgm:cxn modelId="{5DA3DD71-40FD-44D4-A836-F74A6C8655EF}" type="presOf" srcId="{69155F46-0B55-4B95-834B-07919A371CD1}" destId="{DDE2EDB6-833B-403B-A12C-6C50B6FCBCB0}" srcOrd="0" destOrd="0" presId="urn:microsoft.com/office/officeart/2005/8/layout/vList5"/>
    <dgm:cxn modelId="{09255F83-02BA-42D8-B917-AB30682D24A8}" srcId="{EA8BB6F6-CBE2-4F22-B76D-72B310E1FD2E}" destId="{27186113-4FAC-42DD-BF7D-7991915726AB}" srcOrd="0" destOrd="0" parTransId="{04E59B5B-411B-4960-ACFC-BB6373447E1E}" sibTransId="{1DB0E71A-8C44-493E-AC06-11A20E53C309}"/>
    <dgm:cxn modelId="{EE27947B-E024-4BF1-B412-E9F82FA871F0}" type="presOf" srcId="{BE0A6930-CBCF-4955-98C7-4C5674575D72}" destId="{6DAA73B0-23B5-4C2D-8E31-5ECF0032C4D3}"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080A68FA-4D9D-4BAA-BD61-4D9711D29E60}" type="presOf" srcId="{F227CE28-99EE-4531-BBE4-D826A75315A0}" destId="{3D5A577A-AEAF-46C7-879B-CB4044FEC06E}" srcOrd="0" destOrd="0" presId="urn:microsoft.com/office/officeart/2005/8/layout/vList5"/>
    <dgm:cxn modelId="{2DD270D6-4375-41D2-8962-4E4275E7D882}" type="presOf" srcId="{661D5167-F04A-4FF7-ADC1-D4268235EBD0}" destId="{4A0742CA-3348-48DF-8F14-833DDA6D6D37}" srcOrd="0" destOrd="0" presId="urn:microsoft.com/office/officeart/2005/8/layout/vList5"/>
    <dgm:cxn modelId="{77FCFFA2-58CF-4651-AA34-49052BF15AB2}" type="presOf" srcId="{10A8DDA4-6B97-41F0-830C-036F980F1F25}" destId="{9CFA7356-8E3F-43A8-88CF-BD47CEF729B8}" srcOrd="0" destOrd="0" presId="urn:microsoft.com/office/officeart/2005/8/layout/vList5"/>
    <dgm:cxn modelId="{E9894609-4BDA-4FAC-9F5F-5999F219F98F}" srcId="{327966E0-6D42-4DD7-9AF2-7C24C419AE52}" destId="{661D5167-F04A-4FF7-ADC1-D4268235EBD0}" srcOrd="0" destOrd="0" parTransId="{0A955E8C-BB8E-4F61-8208-8A4CB16862D5}" sibTransId="{EDE0370F-8054-470A-A456-1E022950A740}"/>
    <dgm:cxn modelId="{382E7D5C-2E18-4024-8F3C-05197EAB9187}" type="presOf" srcId="{7E0C4C1C-544F-4A2C-9B9D-3BA765CEDAED}" destId="{78EEDA83-92AD-44B3-A98C-1979EFA98A6F}" srcOrd="0" destOrd="0" presId="urn:microsoft.com/office/officeart/2005/8/layout/vList5"/>
    <dgm:cxn modelId="{E444B6F0-D408-4597-AF9A-67D6EEB0D1A4}" type="presOf" srcId="{44C81567-38C9-4E2A-A5F8-F577E7B731B8}" destId="{0251B719-D041-4FB9-9C40-B1343552C063}" srcOrd="0" destOrd="0" presId="urn:microsoft.com/office/officeart/2005/8/layout/vList5"/>
    <dgm:cxn modelId="{DA4AAB47-9657-4EC1-A8DC-CF211CD1DF4D}" srcId="{A340CCF0-5AE6-4CFB-AD34-25B0F55EEC7C}" destId="{F227CE28-99EE-4531-BBE4-D826A75315A0}" srcOrd="2" destOrd="0" parTransId="{E2EF5D2B-D0A5-4C30-8C69-17E304ED3993}" sibTransId="{6AF07DAE-54D8-471B-803C-1F13A643D494}"/>
    <dgm:cxn modelId="{87470B3C-17A5-4D6D-8F7D-A9F14254BAFB}" srcId="{A340CCF0-5AE6-4CFB-AD34-25B0F55EEC7C}" destId="{327966E0-6D42-4DD7-9AF2-7C24C419AE52}" srcOrd="4" destOrd="0" parTransId="{8CED7BDA-F4F5-46EE-AD26-9729E87E1EDC}" sibTransId="{B9C67B89-F440-4C63-94FA-3DB22083D351}"/>
    <dgm:cxn modelId="{0BEF65FD-5CBD-4BB8-84FE-974ABDA35216}" type="presOf" srcId="{A340CCF0-5AE6-4CFB-AD34-25B0F55EEC7C}" destId="{55E7E267-E472-4EAD-B0DA-4987EEB293A5}" srcOrd="0" destOrd="0" presId="urn:microsoft.com/office/officeart/2005/8/layout/vList5"/>
    <dgm:cxn modelId="{8BDD898D-167F-4590-8539-8AFCF836E9AB}" type="presOf" srcId="{27186113-4FAC-42DD-BF7D-7991915726AB}" destId="{05F150D2-C736-4484-A00F-BD42C2281DDD}" srcOrd="0" destOrd="0" presId="urn:microsoft.com/office/officeart/2005/8/layout/vList5"/>
    <dgm:cxn modelId="{AEF77757-C530-417E-BD8C-B0DA0F0A063D}" srcId="{A340CCF0-5AE6-4CFB-AD34-25B0F55EEC7C}" destId="{EA8BB6F6-CBE2-4F22-B76D-72B310E1FD2E}" srcOrd="6" destOrd="0" parTransId="{650A23F6-8CE5-4CEB-93B8-EEB2DA07C2ED}" sibTransId="{1741931F-9732-4A95-A4FD-FF3A159E34A3}"/>
    <dgm:cxn modelId="{E15AFC2F-0AB7-477A-8CAC-8F3A56FEEA79}" srcId="{B23F4277-E061-4A74-BDCF-3D4EBBBFC39A}" destId="{7E0C4C1C-544F-4A2C-9B9D-3BA765CEDAED}" srcOrd="0" destOrd="0" parTransId="{E4E194C5-D58B-4963-8403-0E29CC7C91C0}" sibTransId="{7E999C5D-E89B-4F7C-B5B1-35125D273C10}"/>
    <dgm:cxn modelId="{8C1FAC92-31E3-44C5-9B31-E954050F1083}" type="presOf" srcId="{327966E0-6D42-4DD7-9AF2-7C24C419AE52}" destId="{3F050A77-5818-4CBA-A4F1-2FCD113F133B}" srcOrd="0" destOrd="0" presId="urn:microsoft.com/office/officeart/2005/8/layout/vList5"/>
    <dgm:cxn modelId="{63769E62-127E-4F12-B7F8-CC40AB474F06}" type="presOf" srcId="{76FE2376-AEF0-4C25-B8BD-C5F0F875B614}" destId="{CA25329A-3040-43CD-A19C-E1ECCF64C4D4}" srcOrd="0" destOrd="0" presId="urn:microsoft.com/office/officeart/2005/8/layout/vList5"/>
    <dgm:cxn modelId="{A5546902-F1B7-4123-8E59-FD8311BB955B}" type="presOf" srcId="{DAF51508-E6F5-4E68-85B1-E5457FE8EC14}" destId="{EAB9F1A1-CE88-44C5-8BAD-DE8063954945}"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129274B9-3E6C-4F53-95C4-0AB7E524EE39}" type="presParOf" srcId="{55E7E267-E472-4EAD-B0DA-4987EEB293A5}" destId="{20AECCE7-B17F-481A-AE0D-3B2413B4349D}" srcOrd="0" destOrd="0" presId="urn:microsoft.com/office/officeart/2005/8/layout/vList5"/>
    <dgm:cxn modelId="{4D1B2156-AAE6-49D9-89C5-13B5E8538C82}" type="presParOf" srcId="{20AECCE7-B17F-481A-AE0D-3B2413B4349D}" destId="{CF5F6174-BA43-409F-9D3E-36993BCB4862}" srcOrd="0" destOrd="0" presId="urn:microsoft.com/office/officeart/2005/8/layout/vList5"/>
    <dgm:cxn modelId="{EF581ECA-3A69-402C-9C8D-7AE210201A8A}" type="presParOf" srcId="{20AECCE7-B17F-481A-AE0D-3B2413B4349D}" destId="{78EEDA83-92AD-44B3-A98C-1979EFA98A6F}" srcOrd="1" destOrd="0" presId="urn:microsoft.com/office/officeart/2005/8/layout/vList5"/>
    <dgm:cxn modelId="{29A2EC25-0E04-4BA6-8413-A298C5A678CE}" type="presParOf" srcId="{55E7E267-E472-4EAD-B0DA-4987EEB293A5}" destId="{0A07E5A3-E891-4947-9B9C-A4429B1E638D}" srcOrd="1" destOrd="0" presId="urn:microsoft.com/office/officeart/2005/8/layout/vList5"/>
    <dgm:cxn modelId="{3E72AC08-F5FE-497A-8D3C-309EC0CBB496}" type="presParOf" srcId="{55E7E267-E472-4EAD-B0DA-4987EEB293A5}" destId="{623C0066-3F9C-4753-90EB-30C0B6534098}" srcOrd="2" destOrd="0" presId="urn:microsoft.com/office/officeart/2005/8/layout/vList5"/>
    <dgm:cxn modelId="{4A64B986-3FF0-41CC-8D5A-0D5024FDF215}" type="presParOf" srcId="{623C0066-3F9C-4753-90EB-30C0B6534098}" destId="{EAB9F1A1-CE88-44C5-8BAD-DE8063954945}" srcOrd="0" destOrd="0" presId="urn:microsoft.com/office/officeart/2005/8/layout/vList5"/>
    <dgm:cxn modelId="{18FB1424-7743-40C6-BAA9-5DAFF56A8068}" type="presParOf" srcId="{623C0066-3F9C-4753-90EB-30C0B6534098}" destId="{CA25329A-3040-43CD-A19C-E1ECCF64C4D4}" srcOrd="1" destOrd="0" presId="urn:microsoft.com/office/officeart/2005/8/layout/vList5"/>
    <dgm:cxn modelId="{52AF0C10-550C-4AC2-A539-4C592E2DCD13}" type="presParOf" srcId="{55E7E267-E472-4EAD-B0DA-4987EEB293A5}" destId="{7DD71B66-7B5E-4E87-BF40-38DAB0480F82}" srcOrd="3" destOrd="0" presId="urn:microsoft.com/office/officeart/2005/8/layout/vList5"/>
    <dgm:cxn modelId="{CA4203EA-D0E7-4A93-BA8C-3F805114335B}" type="presParOf" srcId="{55E7E267-E472-4EAD-B0DA-4987EEB293A5}" destId="{F9F38CF5-1167-4EE5-9034-34BC95233CF7}" srcOrd="4" destOrd="0" presId="urn:microsoft.com/office/officeart/2005/8/layout/vList5"/>
    <dgm:cxn modelId="{79A54B15-8C6A-4A4A-A72C-923BC97882A7}" type="presParOf" srcId="{F9F38CF5-1167-4EE5-9034-34BC95233CF7}" destId="{3D5A577A-AEAF-46C7-879B-CB4044FEC06E}" srcOrd="0" destOrd="0" presId="urn:microsoft.com/office/officeart/2005/8/layout/vList5"/>
    <dgm:cxn modelId="{4B0ECE1E-8C8C-4C07-A471-E74459D5BB8C}" type="presParOf" srcId="{F9F38CF5-1167-4EE5-9034-34BC95233CF7}" destId="{DDE2EDB6-833B-403B-A12C-6C50B6FCBCB0}" srcOrd="1" destOrd="0" presId="urn:microsoft.com/office/officeart/2005/8/layout/vList5"/>
    <dgm:cxn modelId="{11E387F3-81E1-41F1-B1C0-F47D7FD9BE50}" type="presParOf" srcId="{55E7E267-E472-4EAD-B0DA-4987EEB293A5}" destId="{A8C99957-1C98-4748-BC17-06D449A084E5}" srcOrd="5" destOrd="0" presId="urn:microsoft.com/office/officeart/2005/8/layout/vList5"/>
    <dgm:cxn modelId="{5DE649BE-6E82-47CF-868A-C14D0A06D05F}" type="presParOf" srcId="{55E7E267-E472-4EAD-B0DA-4987EEB293A5}" destId="{DD735E2A-48A3-46D5-B8BE-6DDE8AD2E218}" srcOrd="6" destOrd="0" presId="urn:microsoft.com/office/officeart/2005/8/layout/vList5"/>
    <dgm:cxn modelId="{0F0B5427-28BD-4235-B9D8-950535BCA2DE}" type="presParOf" srcId="{DD735E2A-48A3-46D5-B8BE-6DDE8AD2E218}" destId="{9CFA7356-8E3F-43A8-88CF-BD47CEF729B8}" srcOrd="0" destOrd="0" presId="urn:microsoft.com/office/officeart/2005/8/layout/vList5"/>
    <dgm:cxn modelId="{4AC05078-6E87-4052-B852-E0C57DA4CAFF}" type="presParOf" srcId="{DD735E2A-48A3-46D5-B8BE-6DDE8AD2E218}" destId="{0251B719-D041-4FB9-9C40-B1343552C063}" srcOrd="1" destOrd="0" presId="urn:microsoft.com/office/officeart/2005/8/layout/vList5"/>
    <dgm:cxn modelId="{3006576E-2BFB-4676-9CD3-A56EF82D31A6}" type="presParOf" srcId="{55E7E267-E472-4EAD-B0DA-4987EEB293A5}" destId="{DA21277D-6482-42A1-A0A4-2CFCD5C7DB57}" srcOrd="7" destOrd="0" presId="urn:microsoft.com/office/officeart/2005/8/layout/vList5"/>
    <dgm:cxn modelId="{810E5B69-A39F-493C-B4CF-085468D2969A}" type="presParOf" srcId="{55E7E267-E472-4EAD-B0DA-4987EEB293A5}" destId="{AE6E32ED-5205-4828-8DAA-44682AE9C95A}" srcOrd="8" destOrd="0" presId="urn:microsoft.com/office/officeart/2005/8/layout/vList5"/>
    <dgm:cxn modelId="{92245DEC-A3EA-4AFB-BE78-8EFB79D502DA}" type="presParOf" srcId="{AE6E32ED-5205-4828-8DAA-44682AE9C95A}" destId="{3F050A77-5818-4CBA-A4F1-2FCD113F133B}" srcOrd="0" destOrd="0" presId="urn:microsoft.com/office/officeart/2005/8/layout/vList5"/>
    <dgm:cxn modelId="{79941435-C730-488A-83E0-36409B02DD4E}" type="presParOf" srcId="{AE6E32ED-5205-4828-8DAA-44682AE9C95A}" destId="{4A0742CA-3348-48DF-8F14-833DDA6D6D37}" srcOrd="1" destOrd="0" presId="urn:microsoft.com/office/officeart/2005/8/layout/vList5"/>
    <dgm:cxn modelId="{D5D73826-783A-4728-9042-04EFF694CA0B}" type="presParOf" srcId="{55E7E267-E472-4EAD-B0DA-4987EEB293A5}" destId="{A04FA80D-0806-43E7-807B-F3B49D4DA1F5}" srcOrd="9" destOrd="0" presId="urn:microsoft.com/office/officeart/2005/8/layout/vList5"/>
    <dgm:cxn modelId="{9A581B81-5A6C-4350-997D-BE346404A0DB}" type="presParOf" srcId="{55E7E267-E472-4EAD-B0DA-4987EEB293A5}" destId="{F90FE093-9160-46E1-B9BA-15D69CFDF1A7}" srcOrd="10" destOrd="0" presId="urn:microsoft.com/office/officeart/2005/8/layout/vList5"/>
    <dgm:cxn modelId="{F2A0228D-4B39-43C1-A175-F0A12BDFA485}" type="presParOf" srcId="{F90FE093-9160-46E1-B9BA-15D69CFDF1A7}" destId="{6DAA73B0-23B5-4C2D-8E31-5ECF0032C4D3}" srcOrd="0" destOrd="0" presId="urn:microsoft.com/office/officeart/2005/8/layout/vList5"/>
    <dgm:cxn modelId="{924D026D-F4A6-43DA-9DFA-AFA059BA1970}" type="presParOf" srcId="{F90FE093-9160-46E1-B9BA-15D69CFDF1A7}" destId="{B381B700-7814-411A-B968-DC2955231595}" srcOrd="1" destOrd="0" presId="urn:microsoft.com/office/officeart/2005/8/layout/vList5"/>
    <dgm:cxn modelId="{8260F609-A5C9-403A-9973-39A5EC550AF6}" type="presParOf" srcId="{55E7E267-E472-4EAD-B0DA-4987EEB293A5}" destId="{0A5CF4A4-897B-4A64-884F-3890D8E8121B}" srcOrd="11" destOrd="0" presId="urn:microsoft.com/office/officeart/2005/8/layout/vList5"/>
    <dgm:cxn modelId="{6340466E-CCDD-4E96-ACF2-58F7B5D38D3F}" type="presParOf" srcId="{55E7E267-E472-4EAD-B0DA-4987EEB293A5}" destId="{5B8ED9A8-156A-4804-89D0-484949CC95DF}" srcOrd="12" destOrd="0" presId="urn:microsoft.com/office/officeart/2005/8/layout/vList5"/>
    <dgm:cxn modelId="{E89CB178-88DA-4C9E-860F-478A3BAA8534}" type="presParOf" srcId="{5B8ED9A8-156A-4804-89D0-484949CC95DF}" destId="{46426C18-4119-491D-9695-4B60A4ACEA81}" srcOrd="0" destOrd="0" presId="urn:microsoft.com/office/officeart/2005/8/layout/vList5"/>
    <dgm:cxn modelId="{00478377-3125-47AE-8DBE-F8D16623C9C6}" type="presParOf" srcId="{5B8ED9A8-156A-4804-89D0-484949CC95DF}" destId="{05F150D2-C736-4484-A00F-BD42C2281DDD}"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000" smtClean="0">
              <a:latin typeface="+mj-lt"/>
            </a:rPr>
            <a:t>Business Owner – Delegated Controller</a:t>
          </a:r>
          <a:endParaRPr lang="en-US" sz="20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000" smtClean="0">
              <a:latin typeface="+mj-lt"/>
            </a:rPr>
            <a:t>System Manager</a:t>
          </a:r>
          <a:endParaRPr lang="en-US" sz="20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2800" b="0" smtClean="0">
              <a:latin typeface="+mj-lt"/>
            </a:rPr>
            <a:t>C</a:t>
          </a:r>
          <a:endParaRPr lang="en-US" sz="2800" b="0" dirty="0">
            <a:latin typeface="+mj-lt"/>
          </a:endParaRPr>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000" smtClean="0">
              <a:latin typeface="+mj-lt"/>
            </a:rPr>
            <a:t>Platform Users</a:t>
          </a:r>
          <a:endParaRPr lang="en-US" sz="20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44C81567-38C9-4E2A-A5F8-F577E7B731B8}">
      <dgm:prSet phldrT="[Text]" custT="1"/>
      <dgm:spPr/>
      <dgm:t>
        <a:bodyPr anchor="ctr" anchorCtr="0"/>
        <a:lstStyle/>
        <a:p>
          <a:r>
            <a:rPr lang="en-US" sz="2000" smtClean="0">
              <a:latin typeface="+mj-lt"/>
            </a:rPr>
            <a:t>CISO – LISO - LCO</a:t>
          </a:r>
          <a:endParaRPr lang="en-US" sz="2000" dirty="0">
            <a:latin typeface="+mj-lt"/>
          </a:endParaRPr>
        </a:p>
      </dgm:t>
    </dgm:pt>
    <dgm:pt modelId="{345C8BD9-82F4-4EF3-8EAC-CF460FA13B0C}" type="parTrans" cxnId="{806640AF-6017-4E35-858D-99439F3BE022}">
      <dgm:prSet/>
      <dgm:spPr/>
      <dgm:t>
        <a:bodyPr/>
        <a:lstStyle/>
        <a:p>
          <a:endParaRPr lang="en-US" sz="1600"/>
        </a:p>
      </dgm:t>
    </dgm:pt>
    <dgm:pt modelId="{8EDA5B6D-C43B-41F2-9DF1-900ACBD55EC9}" type="sibTrans" cxnId="{806640AF-6017-4E35-858D-99439F3BE022}">
      <dgm:prSet/>
      <dgm:spPr/>
      <dgm:t>
        <a:bodyPr/>
        <a:lstStyle/>
        <a:p>
          <a:endParaRPr lang="en-US" sz="1600"/>
        </a:p>
      </dgm:t>
    </dgm:pt>
    <dgm:pt modelId="{10A8DDA4-6B97-41F0-830C-036F980F1F25}">
      <dgm:prSet phldrT="[Text]" custT="1"/>
      <dgm:spPr/>
      <dgm:t>
        <a:bodyPr/>
        <a:lstStyle/>
        <a:p>
          <a:r>
            <a:rPr lang="en-US" sz="2800" b="0" smtClean="0">
              <a:latin typeface="+mj-lt"/>
            </a:rPr>
            <a:t>D</a:t>
          </a:r>
          <a:endParaRPr lang="en-US" sz="2800" b="0" dirty="0">
            <a:latin typeface="+mj-lt"/>
          </a:endParaRPr>
        </a:p>
      </dgm:t>
    </dgm:pt>
    <dgm:pt modelId="{45092E9C-CF0F-4669-B2A8-0744E43590EC}" type="parTrans" cxnId="{4F32EFCC-6088-4DE8-85AC-5AF72AC5E81A}">
      <dgm:prSet/>
      <dgm:spPr/>
      <dgm:t>
        <a:bodyPr/>
        <a:lstStyle/>
        <a:p>
          <a:endParaRPr lang="en-US" sz="1600"/>
        </a:p>
      </dgm:t>
    </dgm:pt>
    <dgm:pt modelId="{27378BC8-FCC6-4598-BB24-3C32ED98DFB2}" type="sibTrans" cxnId="{4F32EFCC-6088-4DE8-85AC-5AF72AC5E81A}">
      <dgm:prSet/>
      <dgm:spPr/>
      <dgm:t>
        <a:bodyPr/>
        <a:lstStyle/>
        <a:p>
          <a:endParaRPr lang="en-US" sz="1600"/>
        </a:p>
      </dgm:t>
    </dgm:pt>
    <dgm:pt modelId="{327966E0-6D42-4DD7-9AF2-7C24C419AE52}">
      <dgm:prSet phldrT="[Text]" custT="1"/>
      <dgm:spPr/>
      <dgm:t>
        <a:bodyPr/>
        <a:lstStyle/>
        <a:p>
          <a:r>
            <a:rPr lang="en-US" sz="2800" b="0" smtClean="0">
              <a:latin typeface="+mj-lt"/>
            </a:rPr>
            <a:t>E</a:t>
          </a:r>
          <a:endParaRPr lang="en-US" sz="2800" b="0" dirty="0">
            <a:latin typeface="+mj-lt"/>
          </a:endParaRPr>
        </a:p>
      </dgm:t>
    </dgm:pt>
    <dgm:pt modelId="{8CED7BDA-F4F5-46EE-AD26-9729E87E1EDC}" type="parTrans" cxnId="{87470B3C-17A5-4D6D-8F7D-A9F14254BAFB}">
      <dgm:prSet/>
      <dgm:spPr/>
      <dgm:t>
        <a:bodyPr/>
        <a:lstStyle/>
        <a:p>
          <a:endParaRPr lang="en-US" sz="1600"/>
        </a:p>
      </dgm:t>
    </dgm:pt>
    <dgm:pt modelId="{B9C67B89-F440-4C63-94FA-3DB22083D351}" type="sibTrans" cxnId="{87470B3C-17A5-4D6D-8F7D-A9F14254BAFB}">
      <dgm:prSet/>
      <dgm:spPr/>
      <dgm:t>
        <a:bodyPr/>
        <a:lstStyle/>
        <a:p>
          <a:endParaRPr lang="en-US" sz="1600"/>
        </a:p>
      </dgm:t>
    </dgm:pt>
    <dgm:pt modelId="{661D5167-F04A-4FF7-ADC1-D4268235EBD0}">
      <dgm:prSet phldrT="[Text]" custT="1"/>
      <dgm:spPr/>
      <dgm:t>
        <a:bodyPr anchor="ctr" anchorCtr="0"/>
        <a:lstStyle/>
        <a:p>
          <a:r>
            <a:rPr lang="en-US" sz="2000" smtClean="0">
              <a:latin typeface="+mj-lt"/>
            </a:rPr>
            <a:t>DPO</a:t>
          </a:r>
          <a:endParaRPr lang="en-US" sz="2000" dirty="0">
            <a:latin typeface="+mj-lt"/>
          </a:endParaRPr>
        </a:p>
      </dgm:t>
    </dgm:pt>
    <dgm:pt modelId="{0A955E8C-BB8E-4F61-8208-8A4CB16862D5}" type="parTrans" cxnId="{E9894609-4BDA-4FAC-9F5F-5999F219F98F}">
      <dgm:prSet/>
      <dgm:spPr/>
      <dgm:t>
        <a:bodyPr/>
        <a:lstStyle/>
        <a:p>
          <a:endParaRPr lang="en-US" sz="1600"/>
        </a:p>
      </dgm:t>
    </dgm:pt>
    <dgm:pt modelId="{EDE0370F-8054-470A-A456-1E022950A740}" type="sibTrans" cxnId="{E9894609-4BDA-4FAC-9F5F-5999F219F98F}">
      <dgm:prSet/>
      <dgm:spPr/>
      <dgm:t>
        <a:bodyPr/>
        <a:lstStyle/>
        <a:p>
          <a:endParaRPr lang="en-US" sz="1600"/>
        </a:p>
      </dgm:t>
    </dgm:pt>
    <dgm:pt modelId="{BE0A6930-CBCF-4955-98C7-4C5674575D72}">
      <dgm:prSet phldrT="[Text]" custT="1"/>
      <dgm:spPr/>
      <dgm:t>
        <a:bodyPr/>
        <a:lstStyle/>
        <a:p>
          <a:r>
            <a:rPr lang="en-US" sz="2800" b="0" smtClean="0">
              <a:latin typeface="+mj-lt"/>
            </a:rPr>
            <a:t>F</a:t>
          </a:r>
          <a:endParaRPr lang="en-US" sz="2800" b="0" dirty="0">
            <a:latin typeface="+mj-lt"/>
          </a:endParaRPr>
        </a:p>
      </dgm:t>
    </dgm:pt>
    <dgm:pt modelId="{93CF2D00-64BF-4B00-8222-4091FAD9A877}" type="parTrans" cxnId="{B9B3D37C-3A66-4BB2-A167-C744D59463D6}">
      <dgm:prSet/>
      <dgm:spPr/>
      <dgm:t>
        <a:bodyPr/>
        <a:lstStyle/>
        <a:p>
          <a:endParaRPr lang="en-US" sz="1600"/>
        </a:p>
      </dgm:t>
    </dgm:pt>
    <dgm:pt modelId="{38F01052-8AA4-4FFA-8666-E01B60EB5260}" type="sibTrans" cxnId="{B9B3D37C-3A66-4BB2-A167-C744D59463D6}">
      <dgm:prSet/>
      <dgm:spPr/>
      <dgm:t>
        <a:bodyPr/>
        <a:lstStyle/>
        <a:p>
          <a:endParaRPr lang="en-US" sz="1600"/>
        </a:p>
      </dgm:t>
    </dgm:pt>
    <dgm:pt modelId="{88ECBC31-E864-4C83-A746-D258AA8FC8B3}">
      <dgm:prSet phldrT="[Text]" custT="1"/>
      <dgm:spPr/>
      <dgm:t>
        <a:bodyPr anchor="ctr" anchorCtr="0"/>
        <a:lstStyle/>
        <a:p>
          <a:r>
            <a:rPr lang="en-US" sz="2000" smtClean="0">
              <a:latin typeface="+mj-lt"/>
            </a:rPr>
            <a:t>Senior Management</a:t>
          </a:r>
          <a:endParaRPr lang="en-US" sz="2000" dirty="0">
            <a:latin typeface="+mj-lt"/>
          </a:endParaRPr>
        </a:p>
      </dgm:t>
    </dgm:pt>
    <dgm:pt modelId="{9C0F4C14-E753-4B55-85AF-C6E142F35367}" type="parTrans" cxnId="{3AF54992-3F2F-4C73-A292-E49CB6B996C8}">
      <dgm:prSet/>
      <dgm:spPr/>
      <dgm:t>
        <a:bodyPr/>
        <a:lstStyle/>
        <a:p>
          <a:endParaRPr lang="en-US" sz="1600"/>
        </a:p>
      </dgm:t>
    </dgm:pt>
    <dgm:pt modelId="{88750314-2B48-4FDB-B695-DE2B35AC26C0}" type="sibTrans" cxnId="{3AF54992-3F2F-4C73-A292-E49CB6B996C8}">
      <dgm:prSet/>
      <dgm:spPr/>
      <dgm:t>
        <a:bodyPr/>
        <a:lstStyle/>
        <a:p>
          <a:endParaRPr lang="en-US" sz="1600"/>
        </a:p>
      </dgm:t>
    </dgm:pt>
    <dgm:pt modelId="{EA8BB6F6-CBE2-4F22-B76D-72B310E1FD2E}">
      <dgm:prSet phldrT="[Text]" custT="1"/>
      <dgm:spPr/>
      <dgm:t>
        <a:bodyPr/>
        <a:lstStyle/>
        <a:p>
          <a:r>
            <a:rPr lang="en-US" sz="2800" b="0" smtClean="0">
              <a:latin typeface="+mj-lt"/>
            </a:rPr>
            <a:t>G</a:t>
          </a:r>
          <a:endParaRPr lang="en-US" sz="2800" b="0" dirty="0">
            <a:latin typeface="+mj-lt"/>
          </a:endParaRPr>
        </a:p>
      </dgm:t>
    </dgm:pt>
    <dgm:pt modelId="{650A23F6-8CE5-4CEB-93B8-EEB2DA07C2ED}" type="parTrans" cxnId="{AEF77757-C530-417E-BD8C-B0DA0F0A063D}">
      <dgm:prSet/>
      <dgm:spPr/>
      <dgm:t>
        <a:bodyPr/>
        <a:lstStyle/>
        <a:p>
          <a:endParaRPr lang="en-US" sz="1600"/>
        </a:p>
      </dgm:t>
    </dgm:pt>
    <dgm:pt modelId="{1741931F-9732-4A95-A4FD-FF3A159E34A3}" type="sibTrans" cxnId="{AEF77757-C530-417E-BD8C-B0DA0F0A063D}">
      <dgm:prSet/>
      <dgm:spPr/>
      <dgm:t>
        <a:bodyPr/>
        <a:lstStyle/>
        <a:p>
          <a:endParaRPr lang="en-US" sz="1600"/>
        </a:p>
      </dgm:t>
    </dgm:pt>
    <dgm:pt modelId="{27186113-4FAC-42DD-BF7D-7991915726AB}">
      <dgm:prSet phldrT="[Text]" custT="1"/>
      <dgm:spPr/>
      <dgm:t>
        <a:bodyPr anchor="ctr" anchorCtr="0"/>
        <a:lstStyle/>
        <a:p>
          <a:r>
            <a:rPr lang="en-US" sz="2000" smtClean="0">
              <a:latin typeface="+mj-lt"/>
            </a:rPr>
            <a:t>Other</a:t>
          </a:r>
          <a:endParaRPr lang="en-US" sz="2000" dirty="0">
            <a:latin typeface="+mj-lt"/>
          </a:endParaRPr>
        </a:p>
      </dgm:t>
    </dgm:pt>
    <dgm:pt modelId="{04E59B5B-411B-4960-ACFC-BB6373447E1E}" type="parTrans" cxnId="{09255F83-02BA-42D8-B917-AB30682D24A8}">
      <dgm:prSet/>
      <dgm:spPr/>
      <dgm:t>
        <a:bodyPr/>
        <a:lstStyle/>
        <a:p>
          <a:endParaRPr lang="en-US" sz="1600"/>
        </a:p>
      </dgm:t>
    </dgm:pt>
    <dgm:pt modelId="{1DB0E71A-8C44-493E-AC06-11A20E53C309}" type="sibTrans" cxnId="{09255F83-02BA-42D8-B917-AB30682D24A8}">
      <dgm:prSet/>
      <dgm:spPr/>
      <dgm:t>
        <a:bodyPr/>
        <a:lstStyle/>
        <a:p>
          <a:endParaRPr lang="en-US" sz="1600"/>
        </a:p>
      </dgm:t>
    </dgm:pt>
    <dgm:pt modelId="{90A671AE-F199-4A1B-9ECE-010C674B09FA}" type="pres">
      <dgm:prSet presAssocID="{A340CCF0-5AE6-4CFB-AD34-25B0F55EEC7C}" presName="Name0" presStyleCnt="0">
        <dgm:presLayoutVars>
          <dgm:dir/>
          <dgm:animLvl val="lvl"/>
          <dgm:resizeHandles val="exact"/>
        </dgm:presLayoutVars>
      </dgm:prSet>
      <dgm:spPr/>
      <dgm:t>
        <a:bodyPr/>
        <a:lstStyle/>
        <a:p>
          <a:endParaRPr lang="en-US"/>
        </a:p>
      </dgm:t>
    </dgm:pt>
    <dgm:pt modelId="{112E2C0E-A4EC-4FEA-B205-1307DBA05913}" type="pres">
      <dgm:prSet presAssocID="{B23F4277-E061-4A74-BDCF-3D4EBBBFC39A}" presName="linNode" presStyleCnt="0"/>
      <dgm:spPr/>
      <dgm:t>
        <a:bodyPr/>
        <a:lstStyle/>
        <a:p>
          <a:endParaRPr lang="en-US"/>
        </a:p>
      </dgm:t>
    </dgm:pt>
    <dgm:pt modelId="{D2811A5B-C3D9-445D-B997-5DEF83DA2C0C}" type="pres">
      <dgm:prSet presAssocID="{B23F4277-E061-4A74-BDCF-3D4EBBBFC39A}" presName="parentText" presStyleLbl="node1" presStyleIdx="0" presStyleCnt="7">
        <dgm:presLayoutVars>
          <dgm:chMax val="1"/>
          <dgm:bulletEnabled val="1"/>
        </dgm:presLayoutVars>
      </dgm:prSet>
      <dgm:spPr/>
      <dgm:t>
        <a:bodyPr/>
        <a:lstStyle/>
        <a:p>
          <a:endParaRPr lang="en-US"/>
        </a:p>
      </dgm:t>
    </dgm:pt>
    <dgm:pt modelId="{758D8A2E-00E2-4F4A-A4D9-CF1BAED2F4AD}" type="pres">
      <dgm:prSet presAssocID="{B23F4277-E061-4A74-BDCF-3D4EBBBFC39A}" presName="descendantText" presStyleLbl="alignAccFollowNode1" presStyleIdx="0" presStyleCnt="7">
        <dgm:presLayoutVars>
          <dgm:bulletEnabled val="1"/>
        </dgm:presLayoutVars>
      </dgm:prSet>
      <dgm:spPr/>
      <dgm:t>
        <a:bodyPr/>
        <a:lstStyle/>
        <a:p>
          <a:endParaRPr lang="en-US"/>
        </a:p>
      </dgm:t>
    </dgm:pt>
    <dgm:pt modelId="{C318D6E7-9FEA-49E0-B519-41539B5F91F3}" type="pres">
      <dgm:prSet presAssocID="{7AEE54A7-8EED-4C56-9748-F29758B84073}" presName="sp" presStyleCnt="0"/>
      <dgm:spPr/>
      <dgm:t>
        <a:bodyPr/>
        <a:lstStyle/>
        <a:p>
          <a:endParaRPr lang="en-US"/>
        </a:p>
      </dgm:t>
    </dgm:pt>
    <dgm:pt modelId="{1A650E8F-FA91-4E27-863C-F8D017A9A323}" type="pres">
      <dgm:prSet presAssocID="{DAF51508-E6F5-4E68-85B1-E5457FE8EC14}" presName="linNode" presStyleCnt="0"/>
      <dgm:spPr/>
      <dgm:t>
        <a:bodyPr/>
        <a:lstStyle/>
        <a:p>
          <a:endParaRPr lang="en-US"/>
        </a:p>
      </dgm:t>
    </dgm:pt>
    <dgm:pt modelId="{70EAFAEB-389E-4E0F-B454-8B41C48C18E3}" type="pres">
      <dgm:prSet presAssocID="{DAF51508-E6F5-4E68-85B1-E5457FE8EC14}" presName="parentText" presStyleLbl="node1" presStyleIdx="1" presStyleCnt="7">
        <dgm:presLayoutVars>
          <dgm:chMax val="1"/>
          <dgm:bulletEnabled val="1"/>
        </dgm:presLayoutVars>
      </dgm:prSet>
      <dgm:spPr/>
      <dgm:t>
        <a:bodyPr/>
        <a:lstStyle/>
        <a:p>
          <a:endParaRPr lang="en-US"/>
        </a:p>
      </dgm:t>
    </dgm:pt>
    <dgm:pt modelId="{6CE309B9-3B8B-47D8-89A4-97B58605894C}" type="pres">
      <dgm:prSet presAssocID="{DAF51508-E6F5-4E68-85B1-E5457FE8EC14}" presName="descendantText" presStyleLbl="alignAccFollowNode1" presStyleIdx="1" presStyleCnt="7">
        <dgm:presLayoutVars>
          <dgm:bulletEnabled val="1"/>
        </dgm:presLayoutVars>
      </dgm:prSet>
      <dgm:spPr/>
      <dgm:t>
        <a:bodyPr/>
        <a:lstStyle/>
        <a:p>
          <a:endParaRPr lang="en-US"/>
        </a:p>
      </dgm:t>
    </dgm:pt>
    <dgm:pt modelId="{F0A2D9C1-E5EA-4B1C-B201-9BF88EB2A187}" type="pres">
      <dgm:prSet presAssocID="{3A5522DF-E11A-4932-9F73-A50087ABB334}" presName="sp" presStyleCnt="0"/>
      <dgm:spPr/>
      <dgm:t>
        <a:bodyPr/>
        <a:lstStyle/>
        <a:p>
          <a:endParaRPr lang="en-US"/>
        </a:p>
      </dgm:t>
    </dgm:pt>
    <dgm:pt modelId="{DDD88FCF-A466-4C5E-A6D3-EB06014D0AD2}" type="pres">
      <dgm:prSet presAssocID="{F227CE28-99EE-4531-BBE4-D826A75315A0}" presName="linNode" presStyleCnt="0"/>
      <dgm:spPr/>
      <dgm:t>
        <a:bodyPr/>
        <a:lstStyle/>
        <a:p>
          <a:endParaRPr lang="en-US"/>
        </a:p>
      </dgm:t>
    </dgm:pt>
    <dgm:pt modelId="{81DA4F24-1EEC-43E6-BB71-FB9F5E5668AC}" type="pres">
      <dgm:prSet presAssocID="{F227CE28-99EE-4531-BBE4-D826A75315A0}" presName="parentText" presStyleLbl="node1" presStyleIdx="2" presStyleCnt="7">
        <dgm:presLayoutVars>
          <dgm:chMax val="1"/>
          <dgm:bulletEnabled val="1"/>
        </dgm:presLayoutVars>
      </dgm:prSet>
      <dgm:spPr/>
      <dgm:t>
        <a:bodyPr/>
        <a:lstStyle/>
        <a:p>
          <a:endParaRPr lang="en-US"/>
        </a:p>
      </dgm:t>
    </dgm:pt>
    <dgm:pt modelId="{47F4C80D-69EF-48D5-AF31-FC44BB184C7D}" type="pres">
      <dgm:prSet presAssocID="{F227CE28-99EE-4531-BBE4-D826A75315A0}" presName="descendantText" presStyleLbl="alignAccFollowNode1" presStyleIdx="2" presStyleCnt="7">
        <dgm:presLayoutVars>
          <dgm:bulletEnabled val="1"/>
        </dgm:presLayoutVars>
      </dgm:prSet>
      <dgm:spPr/>
      <dgm:t>
        <a:bodyPr/>
        <a:lstStyle/>
        <a:p>
          <a:endParaRPr lang="en-US"/>
        </a:p>
      </dgm:t>
    </dgm:pt>
    <dgm:pt modelId="{0E71870D-EC54-49CA-B7B2-FC194F962E27}" type="pres">
      <dgm:prSet presAssocID="{6AF07DAE-54D8-471B-803C-1F13A643D494}" presName="sp" presStyleCnt="0"/>
      <dgm:spPr/>
      <dgm:t>
        <a:bodyPr/>
        <a:lstStyle/>
        <a:p>
          <a:endParaRPr lang="en-US"/>
        </a:p>
      </dgm:t>
    </dgm:pt>
    <dgm:pt modelId="{9D6ED562-8C8D-42F6-8E4B-D47E6B8CB0E7}" type="pres">
      <dgm:prSet presAssocID="{10A8DDA4-6B97-41F0-830C-036F980F1F25}" presName="linNode" presStyleCnt="0"/>
      <dgm:spPr/>
      <dgm:t>
        <a:bodyPr/>
        <a:lstStyle/>
        <a:p>
          <a:endParaRPr lang="en-US"/>
        </a:p>
      </dgm:t>
    </dgm:pt>
    <dgm:pt modelId="{4D52E12D-F1AD-41F1-A833-821622FEECDE}" type="pres">
      <dgm:prSet presAssocID="{10A8DDA4-6B97-41F0-830C-036F980F1F25}" presName="parentText" presStyleLbl="node1" presStyleIdx="3" presStyleCnt="7">
        <dgm:presLayoutVars>
          <dgm:chMax val="1"/>
          <dgm:bulletEnabled val="1"/>
        </dgm:presLayoutVars>
      </dgm:prSet>
      <dgm:spPr/>
      <dgm:t>
        <a:bodyPr/>
        <a:lstStyle/>
        <a:p>
          <a:endParaRPr lang="en-US"/>
        </a:p>
      </dgm:t>
    </dgm:pt>
    <dgm:pt modelId="{03EA2A21-E0A0-4E00-97B2-D70A4852A68E}" type="pres">
      <dgm:prSet presAssocID="{10A8DDA4-6B97-41F0-830C-036F980F1F25}" presName="descendantText" presStyleLbl="alignAccFollowNode1" presStyleIdx="3" presStyleCnt="7">
        <dgm:presLayoutVars>
          <dgm:bulletEnabled val="1"/>
        </dgm:presLayoutVars>
      </dgm:prSet>
      <dgm:spPr/>
      <dgm:t>
        <a:bodyPr/>
        <a:lstStyle/>
        <a:p>
          <a:endParaRPr lang="en-US"/>
        </a:p>
      </dgm:t>
    </dgm:pt>
    <dgm:pt modelId="{16975C3D-B860-4C3A-9A82-0860B8A8C581}" type="pres">
      <dgm:prSet presAssocID="{27378BC8-FCC6-4598-BB24-3C32ED98DFB2}" presName="sp" presStyleCnt="0"/>
      <dgm:spPr/>
      <dgm:t>
        <a:bodyPr/>
        <a:lstStyle/>
        <a:p>
          <a:endParaRPr lang="en-US"/>
        </a:p>
      </dgm:t>
    </dgm:pt>
    <dgm:pt modelId="{86D1FF69-0C15-499C-82E2-867C930D74B2}" type="pres">
      <dgm:prSet presAssocID="{327966E0-6D42-4DD7-9AF2-7C24C419AE52}" presName="linNode" presStyleCnt="0"/>
      <dgm:spPr/>
      <dgm:t>
        <a:bodyPr/>
        <a:lstStyle/>
        <a:p>
          <a:endParaRPr lang="en-US"/>
        </a:p>
      </dgm:t>
    </dgm:pt>
    <dgm:pt modelId="{590016B5-D868-4C8F-961A-B014A0E3964A}" type="pres">
      <dgm:prSet presAssocID="{327966E0-6D42-4DD7-9AF2-7C24C419AE52}" presName="parentText" presStyleLbl="node1" presStyleIdx="4" presStyleCnt="7">
        <dgm:presLayoutVars>
          <dgm:chMax val="1"/>
          <dgm:bulletEnabled val="1"/>
        </dgm:presLayoutVars>
      </dgm:prSet>
      <dgm:spPr/>
      <dgm:t>
        <a:bodyPr/>
        <a:lstStyle/>
        <a:p>
          <a:endParaRPr lang="en-US"/>
        </a:p>
      </dgm:t>
    </dgm:pt>
    <dgm:pt modelId="{53B276E4-24B2-46B3-8945-0A8C1784BD3E}" type="pres">
      <dgm:prSet presAssocID="{327966E0-6D42-4DD7-9AF2-7C24C419AE52}" presName="descendantText" presStyleLbl="alignAccFollowNode1" presStyleIdx="4" presStyleCnt="7">
        <dgm:presLayoutVars>
          <dgm:bulletEnabled val="1"/>
        </dgm:presLayoutVars>
      </dgm:prSet>
      <dgm:spPr/>
      <dgm:t>
        <a:bodyPr/>
        <a:lstStyle/>
        <a:p>
          <a:endParaRPr lang="en-US"/>
        </a:p>
      </dgm:t>
    </dgm:pt>
    <dgm:pt modelId="{2A0CEF77-6469-48B8-B981-DBEA690FD8AC}" type="pres">
      <dgm:prSet presAssocID="{B9C67B89-F440-4C63-94FA-3DB22083D351}" presName="sp" presStyleCnt="0"/>
      <dgm:spPr/>
      <dgm:t>
        <a:bodyPr/>
        <a:lstStyle/>
        <a:p>
          <a:endParaRPr lang="en-US"/>
        </a:p>
      </dgm:t>
    </dgm:pt>
    <dgm:pt modelId="{A53934E3-2FCC-4676-A398-9CE94B8E7E96}" type="pres">
      <dgm:prSet presAssocID="{BE0A6930-CBCF-4955-98C7-4C5674575D72}" presName="linNode" presStyleCnt="0"/>
      <dgm:spPr/>
      <dgm:t>
        <a:bodyPr/>
        <a:lstStyle/>
        <a:p>
          <a:endParaRPr lang="en-US"/>
        </a:p>
      </dgm:t>
    </dgm:pt>
    <dgm:pt modelId="{DFD56DD3-0EF0-488E-9554-5413AF44156F}" type="pres">
      <dgm:prSet presAssocID="{BE0A6930-CBCF-4955-98C7-4C5674575D72}" presName="parentText" presStyleLbl="node1" presStyleIdx="5" presStyleCnt="7">
        <dgm:presLayoutVars>
          <dgm:chMax val="1"/>
          <dgm:bulletEnabled val="1"/>
        </dgm:presLayoutVars>
      </dgm:prSet>
      <dgm:spPr/>
      <dgm:t>
        <a:bodyPr/>
        <a:lstStyle/>
        <a:p>
          <a:endParaRPr lang="en-US"/>
        </a:p>
      </dgm:t>
    </dgm:pt>
    <dgm:pt modelId="{78B17704-E198-40C7-B67B-6AB1C07026BB}" type="pres">
      <dgm:prSet presAssocID="{BE0A6930-CBCF-4955-98C7-4C5674575D72}" presName="descendantText" presStyleLbl="alignAccFollowNode1" presStyleIdx="5" presStyleCnt="7">
        <dgm:presLayoutVars>
          <dgm:bulletEnabled val="1"/>
        </dgm:presLayoutVars>
      </dgm:prSet>
      <dgm:spPr/>
      <dgm:t>
        <a:bodyPr/>
        <a:lstStyle/>
        <a:p>
          <a:endParaRPr lang="en-US"/>
        </a:p>
      </dgm:t>
    </dgm:pt>
    <dgm:pt modelId="{DFBDBA6E-9A59-4B5F-8D1A-B4C201C35483}" type="pres">
      <dgm:prSet presAssocID="{38F01052-8AA4-4FFA-8666-E01B60EB5260}" presName="sp" presStyleCnt="0"/>
      <dgm:spPr/>
      <dgm:t>
        <a:bodyPr/>
        <a:lstStyle/>
        <a:p>
          <a:endParaRPr lang="en-US"/>
        </a:p>
      </dgm:t>
    </dgm:pt>
    <dgm:pt modelId="{E89D89F0-7A70-4FB3-A6C5-F85F1BC1D435}" type="pres">
      <dgm:prSet presAssocID="{EA8BB6F6-CBE2-4F22-B76D-72B310E1FD2E}" presName="linNode" presStyleCnt="0"/>
      <dgm:spPr/>
      <dgm:t>
        <a:bodyPr/>
        <a:lstStyle/>
        <a:p>
          <a:endParaRPr lang="en-US"/>
        </a:p>
      </dgm:t>
    </dgm:pt>
    <dgm:pt modelId="{4414C6A4-8D13-43E1-B788-DCC2B00A20AC}" type="pres">
      <dgm:prSet presAssocID="{EA8BB6F6-CBE2-4F22-B76D-72B310E1FD2E}" presName="parentText" presStyleLbl="node1" presStyleIdx="6" presStyleCnt="7">
        <dgm:presLayoutVars>
          <dgm:chMax val="1"/>
          <dgm:bulletEnabled val="1"/>
        </dgm:presLayoutVars>
      </dgm:prSet>
      <dgm:spPr/>
      <dgm:t>
        <a:bodyPr/>
        <a:lstStyle/>
        <a:p>
          <a:endParaRPr lang="en-US"/>
        </a:p>
      </dgm:t>
    </dgm:pt>
    <dgm:pt modelId="{5C2AFBF7-C240-428C-BE7D-120A5A9D2089}" type="pres">
      <dgm:prSet presAssocID="{EA8BB6F6-CBE2-4F22-B76D-72B310E1FD2E}" presName="descendantText" presStyleLbl="alignAccFollowNode1" presStyleIdx="6" presStyleCnt="7">
        <dgm:presLayoutVars>
          <dgm:bulletEnabled val="1"/>
        </dgm:presLayoutVars>
      </dgm:prSet>
      <dgm:spPr/>
      <dgm:t>
        <a:bodyPr/>
        <a:lstStyle/>
        <a:p>
          <a:endParaRPr lang="en-US"/>
        </a:p>
      </dgm:t>
    </dgm:pt>
  </dgm:ptLst>
  <dgm:cxnLst>
    <dgm:cxn modelId="{3AF54992-3F2F-4C73-A292-E49CB6B996C8}" srcId="{BE0A6930-CBCF-4955-98C7-4C5674575D72}" destId="{88ECBC31-E864-4C83-A746-D258AA8FC8B3}" srcOrd="0" destOrd="0" parTransId="{9C0F4C14-E753-4B55-85AF-C6E142F35367}" sibTransId="{88750314-2B48-4FDB-B695-DE2B35AC26C0}"/>
    <dgm:cxn modelId="{D43E4CE3-372F-4001-8169-CB5D8063720E}" type="presOf" srcId="{327966E0-6D42-4DD7-9AF2-7C24C419AE52}" destId="{590016B5-D868-4C8F-961A-B014A0E3964A}" srcOrd="0" destOrd="0" presId="urn:microsoft.com/office/officeart/2005/8/layout/vList5"/>
    <dgm:cxn modelId="{E3AD9D56-4377-42E3-8676-5C5E759FF276}" type="presOf" srcId="{7E0C4C1C-544F-4A2C-9B9D-3BA765CEDAED}" destId="{758D8A2E-00E2-4F4A-A4D9-CF1BAED2F4AD}" srcOrd="0" destOrd="0" presId="urn:microsoft.com/office/officeart/2005/8/layout/vList5"/>
    <dgm:cxn modelId="{10A5691F-FAF4-4527-A999-C2BA14D776E1}" type="presOf" srcId="{EA8BB6F6-CBE2-4F22-B76D-72B310E1FD2E}" destId="{4414C6A4-8D13-43E1-B788-DCC2B00A20AC}" srcOrd="0" destOrd="0" presId="urn:microsoft.com/office/officeart/2005/8/layout/vList5"/>
    <dgm:cxn modelId="{AEE122C9-AE62-4829-B76B-D32627404F27}" srcId="{F227CE28-99EE-4531-BBE4-D826A75315A0}" destId="{69155F46-0B55-4B95-834B-07919A371CD1}" srcOrd="0" destOrd="0" parTransId="{22CF25C1-4981-43E3-87A0-E6F6C158564E}" sibTransId="{4706AC0B-E253-41CB-86F3-057345063ABC}"/>
    <dgm:cxn modelId="{806640AF-6017-4E35-858D-99439F3BE022}" srcId="{10A8DDA4-6B97-41F0-830C-036F980F1F25}" destId="{44C81567-38C9-4E2A-A5F8-F577E7B731B8}" srcOrd="0" destOrd="0" parTransId="{345C8BD9-82F4-4EF3-8EAC-CF460FA13B0C}" sibTransId="{8EDA5B6D-C43B-41F2-9DF1-900ACBD55EC9}"/>
    <dgm:cxn modelId="{53BFBC20-5253-4C4C-86E5-BDC0B4ED8967}" srcId="{A340CCF0-5AE6-4CFB-AD34-25B0F55EEC7C}" destId="{B23F4277-E061-4A74-BDCF-3D4EBBBFC39A}" srcOrd="0" destOrd="0" parTransId="{2AF90D64-0154-4F01-8F77-58BFDC8F6A74}" sibTransId="{7AEE54A7-8EED-4C56-9748-F29758B84073}"/>
    <dgm:cxn modelId="{103042DD-26C9-44DB-83E8-078397E1545D}" type="presOf" srcId="{DAF51508-E6F5-4E68-85B1-E5457FE8EC14}" destId="{70EAFAEB-389E-4E0F-B454-8B41C48C18E3}" srcOrd="0" destOrd="0" presId="urn:microsoft.com/office/officeart/2005/8/layout/vList5"/>
    <dgm:cxn modelId="{642C2F9C-6B1B-46AD-A13F-52C473CA47A6}" type="presOf" srcId="{76FE2376-AEF0-4C25-B8BD-C5F0F875B614}" destId="{6CE309B9-3B8B-47D8-89A4-97B58605894C}" srcOrd="0" destOrd="0" presId="urn:microsoft.com/office/officeart/2005/8/layout/vList5"/>
    <dgm:cxn modelId="{B9B3D37C-3A66-4BB2-A167-C744D59463D6}" srcId="{A340CCF0-5AE6-4CFB-AD34-25B0F55EEC7C}" destId="{BE0A6930-CBCF-4955-98C7-4C5674575D72}" srcOrd="5" destOrd="0" parTransId="{93CF2D00-64BF-4B00-8222-4091FAD9A877}" sibTransId="{38F01052-8AA4-4FFA-8666-E01B60EB5260}"/>
    <dgm:cxn modelId="{4F32EFCC-6088-4DE8-85AC-5AF72AC5E81A}" srcId="{A340CCF0-5AE6-4CFB-AD34-25B0F55EEC7C}" destId="{10A8DDA4-6B97-41F0-830C-036F980F1F25}" srcOrd="3" destOrd="0" parTransId="{45092E9C-CF0F-4669-B2A8-0744E43590EC}" sibTransId="{27378BC8-FCC6-4598-BB24-3C32ED98DFB2}"/>
    <dgm:cxn modelId="{A9437335-BF28-466A-9737-A79E2F83E615}" type="presOf" srcId="{BE0A6930-CBCF-4955-98C7-4C5674575D72}" destId="{DFD56DD3-0EF0-488E-9554-5413AF44156F}" srcOrd="0" destOrd="0" presId="urn:microsoft.com/office/officeart/2005/8/layout/vList5"/>
    <dgm:cxn modelId="{09255F83-02BA-42D8-B917-AB30682D24A8}" srcId="{EA8BB6F6-CBE2-4F22-B76D-72B310E1FD2E}" destId="{27186113-4FAC-42DD-BF7D-7991915726AB}" srcOrd="0" destOrd="0" parTransId="{04E59B5B-411B-4960-ACFC-BB6373447E1E}" sibTransId="{1DB0E71A-8C44-493E-AC06-11A20E53C309}"/>
    <dgm:cxn modelId="{69244175-78B0-4F36-8322-D52E08A8E196}" type="presOf" srcId="{B23F4277-E061-4A74-BDCF-3D4EBBBFC39A}" destId="{D2811A5B-C3D9-445D-B997-5DEF83DA2C0C}" srcOrd="0" destOrd="0" presId="urn:microsoft.com/office/officeart/2005/8/layout/vList5"/>
    <dgm:cxn modelId="{8C56D5A7-A3D9-49FB-BA8E-8AB040E36AC2}" type="presOf" srcId="{69155F46-0B55-4B95-834B-07919A371CD1}" destId="{47F4C80D-69EF-48D5-AF31-FC44BB184C7D}"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02AA49F5-EBFA-4E60-A099-3D2C5E0E357F}" type="presOf" srcId="{10A8DDA4-6B97-41F0-830C-036F980F1F25}" destId="{4D52E12D-F1AD-41F1-A833-821622FEECDE}" srcOrd="0" destOrd="0" presId="urn:microsoft.com/office/officeart/2005/8/layout/vList5"/>
    <dgm:cxn modelId="{CDD23811-C2BD-48B9-9AAB-836C2AB9E08F}" type="presOf" srcId="{44C81567-38C9-4E2A-A5F8-F577E7B731B8}" destId="{03EA2A21-E0A0-4E00-97B2-D70A4852A68E}" srcOrd="0" destOrd="0" presId="urn:microsoft.com/office/officeart/2005/8/layout/vList5"/>
    <dgm:cxn modelId="{E83442CD-A77E-41DF-85F4-817975E94CA7}" type="presOf" srcId="{27186113-4FAC-42DD-BF7D-7991915726AB}" destId="{5C2AFBF7-C240-428C-BE7D-120A5A9D2089}" srcOrd="0" destOrd="0" presId="urn:microsoft.com/office/officeart/2005/8/layout/vList5"/>
    <dgm:cxn modelId="{E9894609-4BDA-4FAC-9F5F-5999F219F98F}" srcId="{327966E0-6D42-4DD7-9AF2-7C24C419AE52}" destId="{661D5167-F04A-4FF7-ADC1-D4268235EBD0}" srcOrd="0" destOrd="0" parTransId="{0A955E8C-BB8E-4F61-8208-8A4CB16862D5}" sibTransId="{EDE0370F-8054-470A-A456-1E022950A740}"/>
    <dgm:cxn modelId="{982F0569-EDFC-4F18-95BC-610F7A1DE18E}" type="presOf" srcId="{661D5167-F04A-4FF7-ADC1-D4268235EBD0}" destId="{53B276E4-24B2-46B3-8945-0A8C1784BD3E}" srcOrd="0" destOrd="0" presId="urn:microsoft.com/office/officeart/2005/8/layout/vList5"/>
    <dgm:cxn modelId="{690D07E1-9942-4A63-B8B0-2C42751AD3A9}" type="presOf" srcId="{F227CE28-99EE-4531-BBE4-D826A75315A0}" destId="{81DA4F24-1EEC-43E6-BB71-FB9F5E5668AC}" srcOrd="0" destOrd="0" presId="urn:microsoft.com/office/officeart/2005/8/layout/vList5"/>
    <dgm:cxn modelId="{EE5E6D17-2F86-48BF-9BAE-E2550F3BC723}" type="presOf" srcId="{88ECBC31-E864-4C83-A746-D258AA8FC8B3}" destId="{78B17704-E198-40C7-B67B-6AB1C07026BB}" srcOrd="0" destOrd="0" presId="urn:microsoft.com/office/officeart/2005/8/layout/vList5"/>
    <dgm:cxn modelId="{DA4AAB47-9657-4EC1-A8DC-CF211CD1DF4D}" srcId="{A340CCF0-5AE6-4CFB-AD34-25B0F55EEC7C}" destId="{F227CE28-99EE-4531-BBE4-D826A75315A0}" srcOrd="2" destOrd="0" parTransId="{E2EF5D2B-D0A5-4C30-8C69-17E304ED3993}" sibTransId="{6AF07DAE-54D8-471B-803C-1F13A643D494}"/>
    <dgm:cxn modelId="{87470B3C-17A5-4D6D-8F7D-A9F14254BAFB}" srcId="{A340CCF0-5AE6-4CFB-AD34-25B0F55EEC7C}" destId="{327966E0-6D42-4DD7-9AF2-7C24C419AE52}" srcOrd="4" destOrd="0" parTransId="{8CED7BDA-F4F5-46EE-AD26-9729E87E1EDC}" sibTransId="{B9C67B89-F440-4C63-94FA-3DB22083D351}"/>
    <dgm:cxn modelId="{AEF77757-C530-417E-BD8C-B0DA0F0A063D}" srcId="{A340CCF0-5AE6-4CFB-AD34-25B0F55EEC7C}" destId="{EA8BB6F6-CBE2-4F22-B76D-72B310E1FD2E}" srcOrd="6" destOrd="0" parTransId="{650A23F6-8CE5-4CEB-93B8-EEB2DA07C2ED}" sibTransId="{1741931F-9732-4A95-A4FD-FF3A159E34A3}"/>
    <dgm:cxn modelId="{E15AFC2F-0AB7-477A-8CAC-8F3A56FEEA79}" srcId="{B23F4277-E061-4A74-BDCF-3D4EBBBFC39A}" destId="{7E0C4C1C-544F-4A2C-9B9D-3BA765CEDAED}" srcOrd="0" destOrd="0" parTransId="{E4E194C5-D58B-4963-8403-0E29CC7C91C0}" sibTransId="{7E999C5D-E89B-4F7C-B5B1-35125D273C10}"/>
    <dgm:cxn modelId="{2B4741AC-B2D4-4E30-AC67-479098183019}" type="presOf" srcId="{A340CCF0-5AE6-4CFB-AD34-25B0F55EEC7C}" destId="{90A671AE-F199-4A1B-9ECE-010C674B09FA}"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4B4D7A8A-7FFE-4ABF-A34A-94CC9A1A87FE}" type="presParOf" srcId="{90A671AE-F199-4A1B-9ECE-010C674B09FA}" destId="{112E2C0E-A4EC-4FEA-B205-1307DBA05913}" srcOrd="0" destOrd="0" presId="urn:microsoft.com/office/officeart/2005/8/layout/vList5"/>
    <dgm:cxn modelId="{4312EEF3-94D7-472C-8D41-E2EEF6CCE63F}" type="presParOf" srcId="{112E2C0E-A4EC-4FEA-B205-1307DBA05913}" destId="{D2811A5B-C3D9-445D-B997-5DEF83DA2C0C}" srcOrd="0" destOrd="0" presId="urn:microsoft.com/office/officeart/2005/8/layout/vList5"/>
    <dgm:cxn modelId="{0BBD4F5D-DB23-40C9-9253-BEBD746A3ECB}" type="presParOf" srcId="{112E2C0E-A4EC-4FEA-B205-1307DBA05913}" destId="{758D8A2E-00E2-4F4A-A4D9-CF1BAED2F4AD}" srcOrd="1" destOrd="0" presId="urn:microsoft.com/office/officeart/2005/8/layout/vList5"/>
    <dgm:cxn modelId="{FF1C4844-B8F6-42CC-A7E4-22000B5667F2}" type="presParOf" srcId="{90A671AE-F199-4A1B-9ECE-010C674B09FA}" destId="{C318D6E7-9FEA-49E0-B519-41539B5F91F3}" srcOrd="1" destOrd="0" presId="urn:microsoft.com/office/officeart/2005/8/layout/vList5"/>
    <dgm:cxn modelId="{24FC3C8F-2F8A-4955-AAC9-EF3AD025AB1F}" type="presParOf" srcId="{90A671AE-F199-4A1B-9ECE-010C674B09FA}" destId="{1A650E8F-FA91-4E27-863C-F8D017A9A323}" srcOrd="2" destOrd="0" presId="urn:microsoft.com/office/officeart/2005/8/layout/vList5"/>
    <dgm:cxn modelId="{4794948E-2A01-4EF2-89AD-86364235093A}" type="presParOf" srcId="{1A650E8F-FA91-4E27-863C-F8D017A9A323}" destId="{70EAFAEB-389E-4E0F-B454-8B41C48C18E3}" srcOrd="0" destOrd="0" presId="urn:microsoft.com/office/officeart/2005/8/layout/vList5"/>
    <dgm:cxn modelId="{FF9A0223-11AC-464F-B577-9564C0C96439}" type="presParOf" srcId="{1A650E8F-FA91-4E27-863C-F8D017A9A323}" destId="{6CE309B9-3B8B-47D8-89A4-97B58605894C}" srcOrd="1" destOrd="0" presId="urn:microsoft.com/office/officeart/2005/8/layout/vList5"/>
    <dgm:cxn modelId="{D2AA98DD-2022-4AFB-9038-88301BFEF30C}" type="presParOf" srcId="{90A671AE-F199-4A1B-9ECE-010C674B09FA}" destId="{F0A2D9C1-E5EA-4B1C-B201-9BF88EB2A187}" srcOrd="3" destOrd="0" presId="urn:microsoft.com/office/officeart/2005/8/layout/vList5"/>
    <dgm:cxn modelId="{56D075D7-F5E8-4FA6-A5EE-B04793AB41A3}" type="presParOf" srcId="{90A671AE-F199-4A1B-9ECE-010C674B09FA}" destId="{DDD88FCF-A466-4C5E-A6D3-EB06014D0AD2}" srcOrd="4" destOrd="0" presId="urn:microsoft.com/office/officeart/2005/8/layout/vList5"/>
    <dgm:cxn modelId="{17A5B4FC-ECAF-453E-8D9B-6B50F1B54B37}" type="presParOf" srcId="{DDD88FCF-A466-4C5E-A6D3-EB06014D0AD2}" destId="{81DA4F24-1EEC-43E6-BB71-FB9F5E5668AC}" srcOrd="0" destOrd="0" presId="urn:microsoft.com/office/officeart/2005/8/layout/vList5"/>
    <dgm:cxn modelId="{4BFA76D4-0096-44D3-98EC-FE0170036172}" type="presParOf" srcId="{DDD88FCF-A466-4C5E-A6D3-EB06014D0AD2}" destId="{47F4C80D-69EF-48D5-AF31-FC44BB184C7D}" srcOrd="1" destOrd="0" presId="urn:microsoft.com/office/officeart/2005/8/layout/vList5"/>
    <dgm:cxn modelId="{33D692FB-35AF-4C7A-8376-6111E9F536FB}" type="presParOf" srcId="{90A671AE-F199-4A1B-9ECE-010C674B09FA}" destId="{0E71870D-EC54-49CA-B7B2-FC194F962E27}" srcOrd="5" destOrd="0" presId="urn:microsoft.com/office/officeart/2005/8/layout/vList5"/>
    <dgm:cxn modelId="{1EEB9BEB-5C60-47F3-8427-9F4FBBB31577}" type="presParOf" srcId="{90A671AE-F199-4A1B-9ECE-010C674B09FA}" destId="{9D6ED562-8C8D-42F6-8E4B-D47E6B8CB0E7}" srcOrd="6" destOrd="0" presId="urn:microsoft.com/office/officeart/2005/8/layout/vList5"/>
    <dgm:cxn modelId="{4963876C-334B-4C62-97AA-E88431A7265D}" type="presParOf" srcId="{9D6ED562-8C8D-42F6-8E4B-D47E6B8CB0E7}" destId="{4D52E12D-F1AD-41F1-A833-821622FEECDE}" srcOrd="0" destOrd="0" presId="urn:microsoft.com/office/officeart/2005/8/layout/vList5"/>
    <dgm:cxn modelId="{7BEEBF48-CC8D-4258-A3A9-B2FC5B65A569}" type="presParOf" srcId="{9D6ED562-8C8D-42F6-8E4B-D47E6B8CB0E7}" destId="{03EA2A21-E0A0-4E00-97B2-D70A4852A68E}" srcOrd="1" destOrd="0" presId="urn:microsoft.com/office/officeart/2005/8/layout/vList5"/>
    <dgm:cxn modelId="{B1BD6A20-6293-4044-BBB5-267DF8EAB3E9}" type="presParOf" srcId="{90A671AE-F199-4A1B-9ECE-010C674B09FA}" destId="{16975C3D-B860-4C3A-9A82-0860B8A8C581}" srcOrd="7" destOrd="0" presId="urn:microsoft.com/office/officeart/2005/8/layout/vList5"/>
    <dgm:cxn modelId="{80ACCCFF-172D-4BE1-85B6-4EBB11CC37A4}" type="presParOf" srcId="{90A671AE-F199-4A1B-9ECE-010C674B09FA}" destId="{86D1FF69-0C15-499C-82E2-867C930D74B2}" srcOrd="8" destOrd="0" presId="urn:microsoft.com/office/officeart/2005/8/layout/vList5"/>
    <dgm:cxn modelId="{DD4D48E0-DC0F-422E-8A47-582986D92C55}" type="presParOf" srcId="{86D1FF69-0C15-499C-82E2-867C930D74B2}" destId="{590016B5-D868-4C8F-961A-B014A0E3964A}" srcOrd="0" destOrd="0" presId="urn:microsoft.com/office/officeart/2005/8/layout/vList5"/>
    <dgm:cxn modelId="{3835A06B-7564-47DF-B507-B1757B1E1F1C}" type="presParOf" srcId="{86D1FF69-0C15-499C-82E2-867C930D74B2}" destId="{53B276E4-24B2-46B3-8945-0A8C1784BD3E}" srcOrd="1" destOrd="0" presId="urn:microsoft.com/office/officeart/2005/8/layout/vList5"/>
    <dgm:cxn modelId="{DB652E6A-4B37-4D5E-BB80-847D44F4C27F}" type="presParOf" srcId="{90A671AE-F199-4A1B-9ECE-010C674B09FA}" destId="{2A0CEF77-6469-48B8-B981-DBEA690FD8AC}" srcOrd="9" destOrd="0" presId="urn:microsoft.com/office/officeart/2005/8/layout/vList5"/>
    <dgm:cxn modelId="{59F27941-5142-470A-96AD-8D7788109C68}" type="presParOf" srcId="{90A671AE-F199-4A1B-9ECE-010C674B09FA}" destId="{A53934E3-2FCC-4676-A398-9CE94B8E7E96}" srcOrd="10" destOrd="0" presId="urn:microsoft.com/office/officeart/2005/8/layout/vList5"/>
    <dgm:cxn modelId="{23A00614-0270-4FF5-81AB-B9FAB0A06B10}" type="presParOf" srcId="{A53934E3-2FCC-4676-A398-9CE94B8E7E96}" destId="{DFD56DD3-0EF0-488E-9554-5413AF44156F}" srcOrd="0" destOrd="0" presId="urn:microsoft.com/office/officeart/2005/8/layout/vList5"/>
    <dgm:cxn modelId="{4615F351-3E63-412C-9267-DD81FE617B3B}" type="presParOf" srcId="{A53934E3-2FCC-4676-A398-9CE94B8E7E96}" destId="{78B17704-E198-40C7-B67B-6AB1C07026BB}" srcOrd="1" destOrd="0" presId="urn:microsoft.com/office/officeart/2005/8/layout/vList5"/>
    <dgm:cxn modelId="{0B8426D4-E534-4F2D-98ED-E0FF31CC1B10}" type="presParOf" srcId="{90A671AE-F199-4A1B-9ECE-010C674B09FA}" destId="{DFBDBA6E-9A59-4B5F-8D1A-B4C201C35483}" srcOrd="11" destOrd="0" presId="urn:microsoft.com/office/officeart/2005/8/layout/vList5"/>
    <dgm:cxn modelId="{F769525A-670E-4F3F-920A-A4FB9E8FF6BD}" type="presParOf" srcId="{90A671AE-F199-4A1B-9ECE-010C674B09FA}" destId="{E89D89F0-7A70-4FB3-A6C5-F85F1BC1D435}" srcOrd="12" destOrd="0" presId="urn:microsoft.com/office/officeart/2005/8/layout/vList5"/>
    <dgm:cxn modelId="{C7081AE6-05CF-4679-B982-559E7149EDB0}" type="presParOf" srcId="{E89D89F0-7A70-4FB3-A6C5-F85F1BC1D435}" destId="{4414C6A4-8D13-43E1-B788-DCC2B00A20AC}" srcOrd="0" destOrd="0" presId="urn:microsoft.com/office/officeart/2005/8/layout/vList5"/>
    <dgm:cxn modelId="{CC2DE1FC-79AA-4DDC-921C-5741AE66D96A}" type="presParOf" srcId="{E89D89F0-7A70-4FB3-A6C5-F85F1BC1D435}" destId="{5C2AFBF7-C240-428C-BE7D-120A5A9D2089}"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2400" smtClean="0">
              <a:latin typeface="+mj-lt"/>
            </a:rPr>
            <a:t>Unlikely risk</a:t>
          </a:r>
          <a:endParaRPr lang="en-US" sz="24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2400" smtClean="0">
              <a:latin typeface="+mj-lt"/>
            </a:rPr>
            <a:t>Risk</a:t>
          </a:r>
          <a:endParaRPr lang="en-US" sz="24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3600" smtClean="0"/>
            <a:t>C</a:t>
          </a:r>
          <a:endParaRPr lang="en-US" sz="3600" dirty="0"/>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2400" smtClean="0">
              <a:latin typeface="+mj-lt"/>
            </a:rPr>
            <a:t>High Risk</a:t>
          </a:r>
          <a:endParaRPr lang="en-US" sz="24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88D07A9F-ABF5-4D7D-A94A-E41665963AD7}" type="pres">
      <dgm:prSet presAssocID="{A340CCF0-5AE6-4CFB-AD34-25B0F55EEC7C}" presName="Name0" presStyleCnt="0">
        <dgm:presLayoutVars>
          <dgm:dir/>
          <dgm:animLvl val="lvl"/>
          <dgm:resizeHandles val="exact"/>
        </dgm:presLayoutVars>
      </dgm:prSet>
      <dgm:spPr/>
      <dgm:t>
        <a:bodyPr/>
        <a:lstStyle/>
        <a:p>
          <a:endParaRPr lang="en-US"/>
        </a:p>
      </dgm:t>
    </dgm:pt>
    <dgm:pt modelId="{D3989CFE-703C-489B-8CD8-11AD74EBC3D2}" type="pres">
      <dgm:prSet presAssocID="{B23F4277-E061-4A74-BDCF-3D4EBBBFC39A}" presName="linNode" presStyleCnt="0"/>
      <dgm:spPr/>
      <dgm:t>
        <a:bodyPr/>
        <a:lstStyle/>
        <a:p>
          <a:endParaRPr lang="en-US"/>
        </a:p>
      </dgm:t>
    </dgm:pt>
    <dgm:pt modelId="{3F8CB9D8-64FE-42BA-BD32-ED90348EFFCB}" type="pres">
      <dgm:prSet presAssocID="{B23F4277-E061-4A74-BDCF-3D4EBBBFC39A}" presName="parentText" presStyleLbl="node1" presStyleIdx="0" presStyleCnt="3">
        <dgm:presLayoutVars>
          <dgm:chMax val="1"/>
          <dgm:bulletEnabled val="1"/>
        </dgm:presLayoutVars>
      </dgm:prSet>
      <dgm:spPr/>
      <dgm:t>
        <a:bodyPr/>
        <a:lstStyle/>
        <a:p>
          <a:endParaRPr lang="en-US"/>
        </a:p>
      </dgm:t>
    </dgm:pt>
    <dgm:pt modelId="{C9719485-0C81-456E-B3BF-836754412EA1}" type="pres">
      <dgm:prSet presAssocID="{B23F4277-E061-4A74-BDCF-3D4EBBBFC39A}" presName="descendantText" presStyleLbl="alignAccFollowNode1" presStyleIdx="0" presStyleCnt="3">
        <dgm:presLayoutVars>
          <dgm:bulletEnabled val="1"/>
        </dgm:presLayoutVars>
      </dgm:prSet>
      <dgm:spPr/>
      <dgm:t>
        <a:bodyPr/>
        <a:lstStyle/>
        <a:p>
          <a:endParaRPr lang="en-US"/>
        </a:p>
      </dgm:t>
    </dgm:pt>
    <dgm:pt modelId="{451ED538-AAA2-4A13-A548-A9EF81FD2066}" type="pres">
      <dgm:prSet presAssocID="{7AEE54A7-8EED-4C56-9748-F29758B84073}" presName="sp" presStyleCnt="0"/>
      <dgm:spPr/>
      <dgm:t>
        <a:bodyPr/>
        <a:lstStyle/>
        <a:p>
          <a:endParaRPr lang="en-US"/>
        </a:p>
      </dgm:t>
    </dgm:pt>
    <dgm:pt modelId="{039B10D7-4A04-468F-B987-A60119CBA949}" type="pres">
      <dgm:prSet presAssocID="{DAF51508-E6F5-4E68-85B1-E5457FE8EC14}" presName="linNode" presStyleCnt="0"/>
      <dgm:spPr/>
      <dgm:t>
        <a:bodyPr/>
        <a:lstStyle/>
        <a:p>
          <a:endParaRPr lang="en-US"/>
        </a:p>
      </dgm:t>
    </dgm:pt>
    <dgm:pt modelId="{1E004D29-6518-478B-BADC-2C19C42F94B9}" type="pres">
      <dgm:prSet presAssocID="{DAF51508-E6F5-4E68-85B1-E5457FE8EC14}" presName="parentText" presStyleLbl="node1" presStyleIdx="1" presStyleCnt="3">
        <dgm:presLayoutVars>
          <dgm:chMax val="1"/>
          <dgm:bulletEnabled val="1"/>
        </dgm:presLayoutVars>
      </dgm:prSet>
      <dgm:spPr/>
      <dgm:t>
        <a:bodyPr/>
        <a:lstStyle/>
        <a:p>
          <a:endParaRPr lang="en-US"/>
        </a:p>
      </dgm:t>
    </dgm:pt>
    <dgm:pt modelId="{AADD5D1A-FCFD-4E2F-BF74-BA938D58FA7F}" type="pres">
      <dgm:prSet presAssocID="{DAF51508-E6F5-4E68-85B1-E5457FE8EC14}" presName="descendantText" presStyleLbl="alignAccFollowNode1" presStyleIdx="1" presStyleCnt="3">
        <dgm:presLayoutVars>
          <dgm:bulletEnabled val="1"/>
        </dgm:presLayoutVars>
      </dgm:prSet>
      <dgm:spPr/>
      <dgm:t>
        <a:bodyPr/>
        <a:lstStyle/>
        <a:p>
          <a:endParaRPr lang="en-US"/>
        </a:p>
      </dgm:t>
    </dgm:pt>
    <dgm:pt modelId="{8F3C3DC5-4F63-4700-93C8-A0AEADA38201}" type="pres">
      <dgm:prSet presAssocID="{3A5522DF-E11A-4932-9F73-A50087ABB334}" presName="sp" presStyleCnt="0"/>
      <dgm:spPr/>
      <dgm:t>
        <a:bodyPr/>
        <a:lstStyle/>
        <a:p>
          <a:endParaRPr lang="en-US"/>
        </a:p>
      </dgm:t>
    </dgm:pt>
    <dgm:pt modelId="{2C6D5D21-65A2-4213-81D7-7B62B4EB8B0A}" type="pres">
      <dgm:prSet presAssocID="{F227CE28-99EE-4531-BBE4-D826A75315A0}" presName="linNode" presStyleCnt="0"/>
      <dgm:spPr/>
      <dgm:t>
        <a:bodyPr/>
        <a:lstStyle/>
        <a:p>
          <a:endParaRPr lang="en-US"/>
        </a:p>
      </dgm:t>
    </dgm:pt>
    <dgm:pt modelId="{81C6D5F5-CA48-4311-8C1E-2D8A72FC1008}" type="pres">
      <dgm:prSet presAssocID="{F227CE28-99EE-4531-BBE4-D826A75315A0}" presName="parentText" presStyleLbl="node1" presStyleIdx="2" presStyleCnt="3">
        <dgm:presLayoutVars>
          <dgm:chMax val="1"/>
          <dgm:bulletEnabled val="1"/>
        </dgm:presLayoutVars>
      </dgm:prSet>
      <dgm:spPr/>
      <dgm:t>
        <a:bodyPr/>
        <a:lstStyle/>
        <a:p>
          <a:endParaRPr lang="en-US"/>
        </a:p>
      </dgm:t>
    </dgm:pt>
    <dgm:pt modelId="{B98A3DA0-A37C-472B-B5AC-D345C7B9C2E7}" type="pres">
      <dgm:prSet presAssocID="{F227CE28-99EE-4531-BBE4-D826A75315A0}" presName="descendantText" presStyleLbl="alignAccFollowNode1" presStyleIdx="2" presStyleCnt="3">
        <dgm:presLayoutVars>
          <dgm:bulletEnabled val="1"/>
        </dgm:presLayoutVars>
      </dgm:prSet>
      <dgm:spPr/>
      <dgm:t>
        <a:bodyPr/>
        <a:lstStyle/>
        <a:p>
          <a:endParaRPr lang="en-US"/>
        </a:p>
      </dgm:t>
    </dgm:pt>
  </dgm:ptLst>
  <dgm:cxnLst>
    <dgm:cxn modelId="{55F833B1-CE13-4238-8DB2-CCC626F2965E}" type="presOf" srcId="{76FE2376-AEF0-4C25-B8BD-C5F0F875B614}" destId="{AADD5D1A-FCFD-4E2F-BF74-BA938D58FA7F}" srcOrd="0" destOrd="0" presId="urn:microsoft.com/office/officeart/2005/8/layout/vList5"/>
    <dgm:cxn modelId="{DA4AAB47-9657-4EC1-A8DC-CF211CD1DF4D}" srcId="{A340CCF0-5AE6-4CFB-AD34-25B0F55EEC7C}" destId="{F227CE28-99EE-4531-BBE4-D826A75315A0}" srcOrd="2" destOrd="0" parTransId="{E2EF5D2B-D0A5-4C30-8C69-17E304ED3993}" sibTransId="{6AF07DAE-54D8-471B-803C-1F13A643D494}"/>
    <dgm:cxn modelId="{2529A82D-D91A-451E-B302-2B0D3C2B9BA8}" type="presOf" srcId="{69155F46-0B55-4B95-834B-07919A371CD1}" destId="{B98A3DA0-A37C-472B-B5AC-D345C7B9C2E7}" srcOrd="0" destOrd="0" presId="urn:microsoft.com/office/officeart/2005/8/layout/vList5"/>
    <dgm:cxn modelId="{495D3519-FC65-4075-BC2B-E6CABE3813D2}" type="presOf" srcId="{DAF51508-E6F5-4E68-85B1-E5457FE8EC14}" destId="{1E004D29-6518-478B-BADC-2C19C42F94B9}" srcOrd="0" destOrd="0" presId="urn:microsoft.com/office/officeart/2005/8/layout/vList5"/>
    <dgm:cxn modelId="{3B5E7987-40C5-4500-A57F-277AE9AE204D}" type="presOf" srcId="{B23F4277-E061-4A74-BDCF-3D4EBBBFC39A}" destId="{3F8CB9D8-64FE-42BA-BD32-ED90348EFFCB}" srcOrd="0" destOrd="0" presId="urn:microsoft.com/office/officeart/2005/8/layout/vList5"/>
    <dgm:cxn modelId="{0AF1AA73-CC1C-4813-A14B-967B91C06C8C}" type="presOf" srcId="{7E0C4C1C-544F-4A2C-9B9D-3BA765CEDAED}" destId="{C9719485-0C81-456E-B3BF-836754412EA1}"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53BFBC20-5253-4C4C-86E5-BDC0B4ED8967}" srcId="{A340CCF0-5AE6-4CFB-AD34-25B0F55EEC7C}" destId="{B23F4277-E061-4A74-BDCF-3D4EBBBFC39A}" srcOrd="0" destOrd="0" parTransId="{2AF90D64-0154-4F01-8F77-58BFDC8F6A74}" sibTransId="{7AEE54A7-8EED-4C56-9748-F29758B84073}"/>
    <dgm:cxn modelId="{0E53EEEE-3C3B-4902-BF4C-F30F65E41AFF}" srcId="{A340CCF0-5AE6-4CFB-AD34-25B0F55EEC7C}" destId="{DAF51508-E6F5-4E68-85B1-E5457FE8EC14}" srcOrd="1" destOrd="0" parTransId="{C4338DF6-6357-4B11-8350-6DE33555E285}" sibTransId="{3A5522DF-E11A-4932-9F73-A50087ABB334}"/>
    <dgm:cxn modelId="{AEE122C9-AE62-4829-B76B-D32627404F27}" srcId="{F227CE28-99EE-4531-BBE4-D826A75315A0}" destId="{69155F46-0B55-4B95-834B-07919A371CD1}" srcOrd="0" destOrd="0" parTransId="{22CF25C1-4981-43E3-87A0-E6F6C158564E}" sibTransId="{4706AC0B-E253-41CB-86F3-057345063ABC}"/>
    <dgm:cxn modelId="{DD4E6C43-A212-4673-931A-4A20D8C9C542}" type="presOf" srcId="{F227CE28-99EE-4531-BBE4-D826A75315A0}" destId="{81C6D5F5-CA48-4311-8C1E-2D8A72FC1008}" srcOrd="0" destOrd="0" presId="urn:microsoft.com/office/officeart/2005/8/layout/vList5"/>
    <dgm:cxn modelId="{A8494C1F-E2AE-44D1-8109-49AAF99F78FB}" type="presOf" srcId="{A340CCF0-5AE6-4CFB-AD34-25B0F55EEC7C}" destId="{88D07A9F-ABF5-4D7D-A94A-E41665963AD7}"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D437D443-5650-4018-B760-8B8C1125A3CB}" type="presParOf" srcId="{88D07A9F-ABF5-4D7D-A94A-E41665963AD7}" destId="{D3989CFE-703C-489B-8CD8-11AD74EBC3D2}" srcOrd="0" destOrd="0" presId="urn:microsoft.com/office/officeart/2005/8/layout/vList5"/>
    <dgm:cxn modelId="{4D08DE5F-4300-4374-BF43-FC5D9AABCDA3}" type="presParOf" srcId="{D3989CFE-703C-489B-8CD8-11AD74EBC3D2}" destId="{3F8CB9D8-64FE-42BA-BD32-ED90348EFFCB}" srcOrd="0" destOrd="0" presId="urn:microsoft.com/office/officeart/2005/8/layout/vList5"/>
    <dgm:cxn modelId="{EF5E6C68-1483-4733-813D-05FD7DD046EA}" type="presParOf" srcId="{D3989CFE-703C-489B-8CD8-11AD74EBC3D2}" destId="{C9719485-0C81-456E-B3BF-836754412EA1}" srcOrd="1" destOrd="0" presId="urn:microsoft.com/office/officeart/2005/8/layout/vList5"/>
    <dgm:cxn modelId="{EB8DD184-75A4-48B5-8E57-4FBCCBC9AA3C}" type="presParOf" srcId="{88D07A9F-ABF5-4D7D-A94A-E41665963AD7}" destId="{451ED538-AAA2-4A13-A548-A9EF81FD2066}" srcOrd="1" destOrd="0" presId="urn:microsoft.com/office/officeart/2005/8/layout/vList5"/>
    <dgm:cxn modelId="{931D2AC0-D0C5-44F7-A34A-D4FC83A40B7E}" type="presParOf" srcId="{88D07A9F-ABF5-4D7D-A94A-E41665963AD7}" destId="{039B10D7-4A04-468F-B987-A60119CBA949}" srcOrd="2" destOrd="0" presId="urn:microsoft.com/office/officeart/2005/8/layout/vList5"/>
    <dgm:cxn modelId="{01CB4540-1288-4FE9-A27C-712AF268595A}" type="presParOf" srcId="{039B10D7-4A04-468F-B987-A60119CBA949}" destId="{1E004D29-6518-478B-BADC-2C19C42F94B9}" srcOrd="0" destOrd="0" presId="urn:microsoft.com/office/officeart/2005/8/layout/vList5"/>
    <dgm:cxn modelId="{9B15CAAE-E220-4AA2-B207-3CB99FD37D7C}" type="presParOf" srcId="{039B10D7-4A04-468F-B987-A60119CBA949}" destId="{AADD5D1A-FCFD-4E2F-BF74-BA938D58FA7F}" srcOrd="1" destOrd="0" presId="urn:microsoft.com/office/officeart/2005/8/layout/vList5"/>
    <dgm:cxn modelId="{E101E924-7DA0-4290-95F1-908609B028C0}" type="presParOf" srcId="{88D07A9F-ABF5-4D7D-A94A-E41665963AD7}" destId="{8F3C3DC5-4F63-4700-93C8-A0AEADA38201}" srcOrd="3" destOrd="0" presId="urn:microsoft.com/office/officeart/2005/8/layout/vList5"/>
    <dgm:cxn modelId="{09A3DC1B-3E3B-4944-B647-7B1E2A24B17C}" type="presParOf" srcId="{88D07A9F-ABF5-4D7D-A94A-E41665963AD7}" destId="{2C6D5D21-65A2-4213-81D7-7B62B4EB8B0A}" srcOrd="4" destOrd="0" presId="urn:microsoft.com/office/officeart/2005/8/layout/vList5"/>
    <dgm:cxn modelId="{3E998D52-803E-4DF4-94C2-7CDB059FA961}" type="presParOf" srcId="{2C6D5D21-65A2-4213-81D7-7B62B4EB8B0A}" destId="{81C6D5F5-CA48-4311-8C1E-2D8A72FC1008}" srcOrd="0" destOrd="0" presId="urn:microsoft.com/office/officeart/2005/8/layout/vList5"/>
    <dgm:cxn modelId="{D04474D0-1A52-411E-A0D9-9061900FEF31}" type="presParOf" srcId="{2C6D5D21-65A2-4213-81D7-7B62B4EB8B0A}" destId="{B98A3DA0-A37C-472B-B5AC-D345C7B9C2E7}"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600" smtClean="0"/>
            <a:t>A</a:t>
          </a:r>
          <a:endParaRPr lang="en-US" sz="3600" dirty="0"/>
        </a:p>
      </dgm:t>
    </dgm:pt>
    <dgm:pt modelId="{2AF90D64-0154-4F01-8F77-58BFDC8F6A74}" type="parTrans" cxnId="{53BFBC20-5253-4C4C-86E5-BDC0B4ED8967}">
      <dgm:prSet/>
      <dgm:spPr/>
      <dgm:t>
        <a:bodyPr/>
        <a:lstStyle/>
        <a:p>
          <a:endParaRPr lang="en-US" sz="1200">
            <a:solidFill>
              <a:schemeClr val="bg1"/>
            </a:solidFill>
          </a:endParaRPr>
        </a:p>
      </dgm:t>
    </dgm:pt>
    <dgm:pt modelId="{7AEE54A7-8EED-4C56-9748-F29758B84073}" type="sibTrans" cxnId="{53BFBC20-5253-4C4C-86E5-BDC0B4ED8967}">
      <dgm:prSet/>
      <dgm:spPr/>
      <dgm:t>
        <a:bodyPr/>
        <a:lstStyle/>
        <a:p>
          <a:endParaRPr lang="en-US" sz="1200">
            <a:solidFill>
              <a:schemeClr val="bg1"/>
            </a:solidFill>
          </a:endParaRPr>
        </a:p>
      </dgm:t>
    </dgm:pt>
    <dgm:pt modelId="{7E0C4C1C-544F-4A2C-9B9D-3BA765CEDAED}">
      <dgm:prSet phldrT="[Text]" custT="1"/>
      <dgm:spPr/>
      <dgm:t>
        <a:bodyPr anchor="ctr" anchorCtr="0"/>
        <a:lstStyle/>
        <a:p>
          <a:r>
            <a:rPr lang="en-US" sz="1600" dirty="0" smtClean="0">
              <a:latin typeface="+mj-lt"/>
            </a:rPr>
            <a:t>Which parts of the system were accessed by the unauthorized users</a:t>
          </a:r>
          <a:endParaRPr lang="en-US" sz="1600" dirty="0">
            <a:latin typeface="+mj-lt"/>
          </a:endParaRPr>
        </a:p>
      </dgm:t>
    </dgm:pt>
    <dgm:pt modelId="{E4E194C5-D58B-4963-8403-0E29CC7C91C0}" type="parTrans" cxnId="{E15AFC2F-0AB7-477A-8CAC-8F3A56FEEA79}">
      <dgm:prSet/>
      <dgm:spPr/>
      <dgm:t>
        <a:bodyPr/>
        <a:lstStyle/>
        <a:p>
          <a:endParaRPr lang="en-US" sz="1200">
            <a:solidFill>
              <a:schemeClr val="bg1"/>
            </a:solidFill>
          </a:endParaRPr>
        </a:p>
      </dgm:t>
    </dgm:pt>
    <dgm:pt modelId="{7E999C5D-E89B-4F7C-B5B1-35125D273C10}" type="sibTrans" cxnId="{E15AFC2F-0AB7-477A-8CAC-8F3A56FEEA79}">
      <dgm:prSet/>
      <dgm:spPr/>
      <dgm:t>
        <a:bodyPr/>
        <a:lstStyle/>
        <a:p>
          <a:endParaRPr lang="en-US" sz="1200">
            <a:solidFill>
              <a:schemeClr val="bg1"/>
            </a:solidFill>
          </a:endParaRPr>
        </a:p>
      </dgm:t>
    </dgm:pt>
    <dgm:pt modelId="{DAF51508-E6F5-4E68-85B1-E5457FE8EC14}">
      <dgm:prSet phldrT="[Text]" custT="1"/>
      <dgm:spPr/>
      <dgm:t>
        <a:bodyPr/>
        <a:lstStyle/>
        <a:p>
          <a:r>
            <a:rPr lang="en-US" sz="3600" smtClean="0"/>
            <a:t>B</a:t>
          </a:r>
          <a:endParaRPr lang="en-US" sz="3600" dirty="0"/>
        </a:p>
      </dgm:t>
    </dgm:pt>
    <dgm:pt modelId="{C4338DF6-6357-4B11-8350-6DE33555E285}" type="parTrans" cxnId="{0E53EEEE-3C3B-4902-BF4C-F30F65E41AFF}">
      <dgm:prSet/>
      <dgm:spPr/>
      <dgm:t>
        <a:bodyPr/>
        <a:lstStyle/>
        <a:p>
          <a:endParaRPr lang="en-US" sz="1200">
            <a:solidFill>
              <a:schemeClr val="bg1"/>
            </a:solidFill>
          </a:endParaRPr>
        </a:p>
      </dgm:t>
    </dgm:pt>
    <dgm:pt modelId="{3A5522DF-E11A-4932-9F73-A50087ABB334}" type="sibTrans" cxnId="{0E53EEEE-3C3B-4902-BF4C-F30F65E41AFF}">
      <dgm:prSet/>
      <dgm:spPr/>
      <dgm:t>
        <a:bodyPr/>
        <a:lstStyle/>
        <a:p>
          <a:endParaRPr lang="en-US" sz="1200">
            <a:solidFill>
              <a:schemeClr val="bg1"/>
            </a:solidFill>
          </a:endParaRPr>
        </a:p>
      </dgm:t>
    </dgm:pt>
    <dgm:pt modelId="{76FE2376-AEF0-4C25-B8BD-C5F0F875B614}">
      <dgm:prSet phldrT="[Text]" custT="1"/>
      <dgm:spPr/>
      <dgm:t>
        <a:bodyPr anchor="ctr" anchorCtr="0"/>
        <a:lstStyle/>
        <a:p>
          <a:r>
            <a:rPr lang="en-US" sz="1600" smtClean="0">
              <a:latin typeface="+mj-lt"/>
            </a:rPr>
            <a:t>Which files were accessed by the unauthorized users</a:t>
          </a:r>
          <a:endParaRPr lang="en-US" sz="1600" dirty="0">
            <a:latin typeface="+mj-lt"/>
          </a:endParaRPr>
        </a:p>
      </dgm:t>
    </dgm:pt>
    <dgm:pt modelId="{7D383471-E1E2-4E91-BCE2-631648AB20E0}" type="parTrans" cxnId="{814CD180-71F1-42F1-849B-6AE771C27F47}">
      <dgm:prSet/>
      <dgm:spPr/>
      <dgm:t>
        <a:bodyPr/>
        <a:lstStyle/>
        <a:p>
          <a:endParaRPr lang="en-US" sz="1200">
            <a:solidFill>
              <a:schemeClr val="bg1"/>
            </a:solidFill>
          </a:endParaRPr>
        </a:p>
      </dgm:t>
    </dgm:pt>
    <dgm:pt modelId="{0890E4CF-AAEB-4332-B9D9-55B456D12EBA}" type="sibTrans" cxnId="{814CD180-71F1-42F1-849B-6AE771C27F47}">
      <dgm:prSet/>
      <dgm:spPr/>
      <dgm:t>
        <a:bodyPr/>
        <a:lstStyle/>
        <a:p>
          <a:endParaRPr lang="en-US" sz="1200">
            <a:solidFill>
              <a:schemeClr val="bg1"/>
            </a:solidFill>
          </a:endParaRPr>
        </a:p>
      </dgm:t>
    </dgm:pt>
    <dgm:pt modelId="{F227CE28-99EE-4531-BBE4-D826A75315A0}">
      <dgm:prSet phldrT="[Text]" custT="1"/>
      <dgm:spPr/>
      <dgm:t>
        <a:bodyPr/>
        <a:lstStyle/>
        <a:p>
          <a:r>
            <a:rPr lang="en-US" sz="2800" b="0" smtClean="0">
              <a:latin typeface="+mj-lt"/>
            </a:rPr>
            <a:t>C</a:t>
          </a:r>
          <a:endParaRPr lang="en-US" sz="2800" b="0" dirty="0">
            <a:latin typeface="+mj-lt"/>
          </a:endParaRPr>
        </a:p>
      </dgm:t>
    </dgm:pt>
    <dgm:pt modelId="{E2EF5D2B-D0A5-4C30-8C69-17E304ED3993}" type="parTrans" cxnId="{DA4AAB47-9657-4EC1-A8DC-CF211CD1DF4D}">
      <dgm:prSet/>
      <dgm:spPr/>
      <dgm:t>
        <a:bodyPr/>
        <a:lstStyle/>
        <a:p>
          <a:endParaRPr lang="en-US" sz="1200">
            <a:solidFill>
              <a:schemeClr val="bg1"/>
            </a:solidFill>
          </a:endParaRPr>
        </a:p>
      </dgm:t>
    </dgm:pt>
    <dgm:pt modelId="{6AF07DAE-54D8-471B-803C-1F13A643D494}" type="sibTrans" cxnId="{DA4AAB47-9657-4EC1-A8DC-CF211CD1DF4D}">
      <dgm:prSet/>
      <dgm:spPr/>
      <dgm:t>
        <a:bodyPr/>
        <a:lstStyle/>
        <a:p>
          <a:endParaRPr lang="en-US" sz="1200">
            <a:solidFill>
              <a:schemeClr val="bg1"/>
            </a:solidFill>
          </a:endParaRPr>
        </a:p>
      </dgm:t>
    </dgm:pt>
    <dgm:pt modelId="{69155F46-0B55-4B95-834B-07919A371CD1}">
      <dgm:prSet phldrT="[Text]" custT="1"/>
      <dgm:spPr/>
      <dgm:t>
        <a:bodyPr anchor="ctr" anchorCtr="0"/>
        <a:lstStyle/>
        <a:p>
          <a:r>
            <a:rPr lang="en-US" sz="1600" smtClean="0">
              <a:latin typeface="+mj-lt"/>
            </a:rPr>
            <a:t>Which files were exfiltrated by the unauthorized users</a:t>
          </a:r>
          <a:endParaRPr lang="en-US" sz="1600" dirty="0">
            <a:latin typeface="+mj-lt"/>
          </a:endParaRPr>
        </a:p>
      </dgm:t>
    </dgm:pt>
    <dgm:pt modelId="{22CF25C1-4981-43E3-87A0-E6F6C158564E}" type="parTrans" cxnId="{AEE122C9-AE62-4829-B76B-D32627404F27}">
      <dgm:prSet/>
      <dgm:spPr/>
      <dgm:t>
        <a:bodyPr/>
        <a:lstStyle/>
        <a:p>
          <a:endParaRPr lang="en-US" sz="1200">
            <a:solidFill>
              <a:schemeClr val="bg1"/>
            </a:solidFill>
          </a:endParaRPr>
        </a:p>
      </dgm:t>
    </dgm:pt>
    <dgm:pt modelId="{4706AC0B-E253-41CB-86F3-057345063ABC}" type="sibTrans" cxnId="{AEE122C9-AE62-4829-B76B-D32627404F27}">
      <dgm:prSet/>
      <dgm:spPr/>
      <dgm:t>
        <a:bodyPr/>
        <a:lstStyle/>
        <a:p>
          <a:endParaRPr lang="en-US" sz="1200">
            <a:solidFill>
              <a:schemeClr val="bg1"/>
            </a:solidFill>
          </a:endParaRPr>
        </a:p>
      </dgm:t>
    </dgm:pt>
    <dgm:pt modelId="{44C81567-38C9-4E2A-A5F8-F577E7B731B8}">
      <dgm:prSet phldrT="[Text]" custT="1"/>
      <dgm:spPr/>
      <dgm:t>
        <a:bodyPr anchor="ctr" anchorCtr="0"/>
        <a:lstStyle/>
        <a:p>
          <a:r>
            <a:rPr lang="en-US" sz="1600" smtClean="0">
              <a:latin typeface="+mj-lt"/>
            </a:rPr>
            <a:t>Which files were modified by the unauthorized users</a:t>
          </a:r>
          <a:endParaRPr lang="en-US" sz="1600" dirty="0">
            <a:latin typeface="+mj-lt"/>
          </a:endParaRPr>
        </a:p>
      </dgm:t>
    </dgm:pt>
    <dgm:pt modelId="{345C8BD9-82F4-4EF3-8EAC-CF460FA13B0C}" type="parTrans" cxnId="{806640AF-6017-4E35-858D-99439F3BE022}">
      <dgm:prSet/>
      <dgm:spPr/>
      <dgm:t>
        <a:bodyPr/>
        <a:lstStyle/>
        <a:p>
          <a:endParaRPr lang="en-US" sz="1600"/>
        </a:p>
      </dgm:t>
    </dgm:pt>
    <dgm:pt modelId="{8EDA5B6D-C43B-41F2-9DF1-900ACBD55EC9}" type="sibTrans" cxnId="{806640AF-6017-4E35-858D-99439F3BE022}">
      <dgm:prSet/>
      <dgm:spPr/>
      <dgm:t>
        <a:bodyPr/>
        <a:lstStyle/>
        <a:p>
          <a:endParaRPr lang="en-US" sz="1600"/>
        </a:p>
      </dgm:t>
    </dgm:pt>
    <dgm:pt modelId="{10A8DDA4-6B97-41F0-830C-036F980F1F25}">
      <dgm:prSet phldrT="[Text]" custT="1"/>
      <dgm:spPr/>
      <dgm:t>
        <a:bodyPr/>
        <a:lstStyle/>
        <a:p>
          <a:r>
            <a:rPr lang="en-US" sz="2800" b="0" smtClean="0">
              <a:latin typeface="+mj-lt"/>
            </a:rPr>
            <a:t>D</a:t>
          </a:r>
          <a:endParaRPr lang="en-US" sz="2800" b="0" dirty="0">
            <a:latin typeface="+mj-lt"/>
          </a:endParaRPr>
        </a:p>
      </dgm:t>
    </dgm:pt>
    <dgm:pt modelId="{45092E9C-CF0F-4669-B2A8-0744E43590EC}" type="parTrans" cxnId="{4F32EFCC-6088-4DE8-85AC-5AF72AC5E81A}">
      <dgm:prSet/>
      <dgm:spPr/>
      <dgm:t>
        <a:bodyPr/>
        <a:lstStyle/>
        <a:p>
          <a:endParaRPr lang="en-US" sz="1600"/>
        </a:p>
      </dgm:t>
    </dgm:pt>
    <dgm:pt modelId="{27378BC8-FCC6-4598-BB24-3C32ED98DFB2}" type="sibTrans" cxnId="{4F32EFCC-6088-4DE8-85AC-5AF72AC5E81A}">
      <dgm:prSet/>
      <dgm:spPr/>
      <dgm:t>
        <a:bodyPr/>
        <a:lstStyle/>
        <a:p>
          <a:endParaRPr lang="en-US" sz="1600"/>
        </a:p>
      </dgm:t>
    </dgm:pt>
    <dgm:pt modelId="{327966E0-6D42-4DD7-9AF2-7C24C419AE52}">
      <dgm:prSet phldrT="[Text]" custT="1"/>
      <dgm:spPr/>
      <dgm:t>
        <a:bodyPr/>
        <a:lstStyle/>
        <a:p>
          <a:r>
            <a:rPr lang="en-US" sz="2800" b="0" smtClean="0">
              <a:latin typeface="+mj-lt"/>
            </a:rPr>
            <a:t>E</a:t>
          </a:r>
          <a:endParaRPr lang="en-US" sz="2800" b="0" dirty="0">
            <a:latin typeface="+mj-lt"/>
          </a:endParaRPr>
        </a:p>
      </dgm:t>
    </dgm:pt>
    <dgm:pt modelId="{8CED7BDA-F4F5-46EE-AD26-9729E87E1EDC}" type="parTrans" cxnId="{87470B3C-17A5-4D6D-8F7D-A9F14254BAFB}">
      <dgm:prSet/>
      <dgm:spPr/>
      <dgm:t>
        <a:bodyPr/>
        <a:lstStyle/>
        <a:p>
          <a:endParaRPr lang="en-US" sz="1600"/>
        </a:p>
      </dgm:t>
    </dgm:pt>
    <dgm:pt modelId="{B9C67B89-F440-4C63-94FA-3DB22083D351}" type="sibTrans" cxnId="{87470B3C-17A5-4D6D-8F7D-A9F14254BAFB}">
      <dgm:prSet/>
      <dgm:spPr/>
      <dgm:t>
        <a:bodyPr/>
        <a:lstStyle/>
        <a:p>
          <a:endParaRPr lang="en-US" sz="1600"/>
        </a:p>
      </dgm:t>
    </dgm:pt>
    <dgm:pt modelId="{661D5167-F04A-4FF7-ADC1-D4268235EBD0}">
      <dgm:prSet phldrT="[Text]" custT="1"/>
      <dgm:spPr/>
      <dgm:t>
        <a:bodyPr anchor="ctr" anchorCtr="0"/>
        <a:lstStyle/>
        <a:p>
          <a:r>
            <a:rPr lang="en-US" sz="1800" smtClean="0">
              <a:latin typeface="+mj-lt"/>
            </a:rPr>
            <a:t>For how long the unauthorized users had access</a:t>
          </a:r>
          <a:endParaRPr lang="en-US" sz="1800" dirty="0">
            <a:latin typeface="+mj-lt"/>
          </a:endParaRPr>
        </a:p>
      </dgm:t>
    </dgm:pt>
    <dgm:pt modelId="{0A955E8C-BB8E-4F61-8208-8A4CB16862D5}" type="parTrans" cxnId="{E9894609-4BDA-4FAC-9F5F-5999F219F98F}">
      <dgm:prSet/>
      <dgm:spPr/>
      <dgm:t>
        <a:bodyPr/>
        <a:lstStyle/>
        <a:p>
          <a:endParaRPr lang="en-US" sz="1600"/>
        </a:p>
      </dgm:t>
    </dgm:pt>
    <dgm:pt modelId="{EDE0370F-8054-470A-A456-1E022950A740}" type="sibTrans" cxnId="{E9894609-4BDA-4FAC-9F5F-5999F219F98F}">
      <dgm:prSet/>
      <dgm:spPr/>
      <dgm:t>
        <a:bodyPr/>
        <a:lstStyle/>
        <a:p>
          <a:endParaRPr lang="en-US" sz="1600"/>
        </a:p>
      </dgm:t>
    </dgm:pt>
    <dgm:pt modelId="{BE0A6930-CBCF-4955-98C7-4C5674575D72}">
      <dgm:prSet phldrT="[Text]" custT="1"/>
      <dgm:spPr/>
      <dgm:t>
        <a:bodyPr/>
        <a:lstStyle/>
        <a:p>
          <a:r>
            <a:rPr lang="en-US" sz="2800" b="0" smtClean="0">
              <a:latin typeface="+mj-lt"/>
            </a:rPr>
            <a:t>F</a:t>
          </a:r>
          <a:endParaRPr lang="en-US" sz="2800" b="0" dirty="0">
            <a:latin typeface="+mj-lt"/>
          </a:endParaRPr>
        </a:p>
      </dgm:t>
    </dgm:pt>
    <dgm:pt modelId="{93CF2D00-64BF-4B00-8222-4091FAD9A877}" type="parTrans" cxnId="{B9B3D37C-3A66-4BB2-A167-C744D59463D6}">
      <dgm:prSet/>
      <dgm:spPr/>
      <dgm:t>
        <a:bodyPr/>
        <a:lstStyle/>
        <a:p>
          <a:endParaRPr lang="en-US" sz="1600"/>
        </a:p>
      </dgm:t>
    </dgm:pt>
    <dgm:pt modelId="{38F01052-8AA4-4FFA-8666-E01B60EB5260}" type="sibTrans" cxnId="{B9B3D37C-3A66-4BB2-A167-C744D59463D6}">
      <dgm:prSet/>
      <dgm:spPr/>
      <dgm:t>
        <a:bodyPr/>
        <a:lstStyle/>
        <a:p>
          <a:endParaRPr lang="en-US" sz="1600"/>
        </a:p>
      </dgm:t>
    </dgm:pt>
    <dgm:pt modelId="{88ECBC31-E864-4C83-A746-D258AA8FC8B3}">
      <dgm:prSet phldrT="[Text]" custT="1"/>
      <dgm:spPr/>
      <dgm:t>
        <a:bodyPr anchor="ctr" anchorCtr="0"/>
        <a:lstStyle/>
        <a:p>
          <a:r>
            <a:rPr lang="en-US" sz="1600" smtClean="0">
              <a:latin typeface="+mj-lt"/>
            </a:rPr>
            <a:t>If a backup, prior to the unauthorized access, is available</a:t>
          </a:r>
          <a:endParaRPr lang="en-US" sz="1600" dirty="0">
            <a:latin typeface="+mj-lt"/>
          </a:endParaRPr>
        </a:p>
      </dgm:t>
    </dgm:pt>
    <dgm:pt modelId="{9C0F4C14-E753-4B55-85AF-C6E142F35367}" type="parTrans" cxnId="{3AF54992-3F2F-4C73-A292-E49CB6B996C8}">
      <dgm:prSet/>
      <dgm:spPr/>
      <dgm:t>
        <a:bodyPr/>
        <a:lstStyle/>
        <a:p>
          <a:endParaRPr lang="en-US" sz="1600"/>
        </a:p>
      </dgm:t>
    </dgm:pt>
    <dgm:pt modelId="{88750314-2B48-4FDB-B695-DE2B35AC26C0}" type="sibTrans" cxnId="{3AF54992-3F2F-4C73-A292-E49CB6B996C8}">
      <dgm:prSet/>
      <dgm:spPr/>
      <dgm:t>
        <a:bodyPr/>
        <a:lstStyle/>
        <a:p>
          <a:endParaRPr lang="en-US" sz="1600"/>
        </a:p>
      </dgm:t>
    </dgm:pt>
    <dgm:pt modelId="{EA8BB6F6-CBE2-4F22-B76D-72B310E1FD2E}">
      <dgm:prSet phldrT="[Text]" custT="1"/>
      <dgm:spPr/>
      <dgm:t>
        <a:bodyPr/>
        <a:lstStyle/>
        <a:p>
          <a:r>
            <a:rPr lang="en-US" sz="2800" b="0" smtClean="0">
              <a:latin typeface="+mj-lt"/>
            </a:rPr>
            <a:t>G</a:t>
          </a:r>
          <a:endParaRPr lang="en-US" sz="2800" b="0" dirty="0">
            <a:latin typeface="+mj-lt"/>
          </a:endParaRPr>
        </a:p>
      </dgm:t>
    </dgm:pt>
    <dgm:pt modelId="{650A23F6-8CE5-4CEB-93B8-EEB2DA07C2ED}" type="parTrans" cxnId="{AEF77757-C530-417E-BD8C-B0DA0F0A063D}">
      <dgm:prSet/>
      <dgm:spPr/>
      <dgm:t>
        <a:bodyPr/>
        <a:lstStyle/>
        <a:p>
          <a:endParaRPr lang="en-US" sz="1600"/>
        </a:p>
      </dgm:t>
    </dgm:pt>
    <dgm:pt modelId="{1741931F-9732-4A95-A4FD-FF3A159E34A3}" type="sibTrans" cxnId="{AEF77757-C530-417E-BD8C-B0DA0F0A063D}">
      <dgm:prSet/>
      <dgm:spPr/>
      <dgm:t>
        <a:bodyPr/>
        <a:lstStyle/>
        <a:p>
          <a:endParaRPr lang="en-US" sz="1600"/>
        </a:p>
      </dgm:t>
    </dgm:pt>
    <dgm:pt modelId="{27186113-4FAC-42DD-BF7D-7991915726AB}">
      <dgm:prSet phldrT="[Text]" custT="1"/>
      <dgm:spPr/>
      <dgm:t>
        <a:bodyPr anchor="ctr" anchorCtr="0"/>
        <a:lstStyle/>
        <a:p>
          <a:r>
            <a:rPr lang="en-US" sz="1600" smtClean="0">
              <a:latin typeface="+mj-lt"/>
            </a:rPr>
            <a:t>Other</a:t>
          </a:r>
          <a:endParaRPr lang="en-US" sz="1600" dirty="0">
            <a:latin typeface="+mj-lt"/>
          </a:endParaRPr>
        </a:p>
      </dgm:t>
    </dgm:pt>
    <dgm:pt modelId="{04E59B5B-411B-4960-ACFC-BB6373447E1E}" type="parTrans" cxnId="{09255F83-02BA-42D8-B917-AB30682D24A8}">
      <dgm:prSet/>
      <dgm:spPr/>
      <dgm:t>
        <a:bodyPr/>
        <a:lstStyle/>
        <a:p>
          <a:endParaRPr lang="en-US" sz="1600"/>
        </a:p>
      </dgm:t>
    </dgm:pt>
    <dgm:pt modelId="{1DB0E71A-8C44-493E-AC06-11A20E53C309}" type="sibTrans" cxnId="{09255F83-02BA-42D8-B917-AB30682D24A8}">
      <dgm:prSet/>
      <dgm:spPr/>
      <dgm:t>
        <a:bodyPr/>
        <a:lstStyle/>
        <a:p>
          <a:endParaRPr lang="en-US" sz="1600"/>
        </a:p>
      </dgm:t>
    </dgm:pt>
    <dgm:pt modelId="{0D80AAAA-F87A-4833-A4E9-5234F552BF12}" type="pres">
      <dgm:prSet presAssocID="{A340CCF0-5AE6-4CFB-AD34-25B0F55EEC7C}" presName="Name0" presStyleCnt="0">
        <dgm:presLayoutVars>
          <dgm:dir/>
          <dgm:animLvl val="lvl"/>
          <dgm:resizeHandles val="exact"/>
        </dgm:presLayoutVars>
      </dgm:prSet>
      <dgm:spPr/>
      <dgm:t>
        <a:bodyPr/>
        <a:lstStyle/>
        <a:p>
          <a:endParaRPr lang="en-US"/>
        </a:p>
      </dgm:t>
    </dgm:pt>
    <dgm:pt modelId="{1B39A9D6-B660-49E7-9ADE-F27071DB98DB}" type="pres">
      <dgm:prSet presAssocID="{B23F4277-E061-4A74-BDCF-3D4EBBBFC39A}" presName="linNode" presStyleCnt="0"/>
      <dgm:spPr/>
      <dgm:t>
        <a:bodyPr/>
        <a:lstStyle/>
        <a:p>
          <a:endParaRPr lang="en-US"/>
        </a:p>
      </dgm:t>
    </dgm:pt>
    <dgm:pt modelId="{D3C46936-4B7D-4E08-ABFC-B736500C3FCE}" type="pres">
      <dgm:prSet presAssocID="{B23F4277-E061-4A74-BDCF-3D4EBBBFC39A}" presName="parentText" presStyleLbl="node1" presStyleIdx="0" presStyleCnt="7">
        <dgm:presLayoutVars>
          <dgm:chMax val="1"/>
          <dgm:bulletEnabled val="1"/>
        </dgm:presLayoutVars>
      </dgm:prSet>
      <dgm:spPr/>
      <dgm:t>
        <a:bodyPr/>
        <a:lstStyle/>
        <a:p>
          <a:endParaRPr lang="en-US"/>
        </a:p>
      </dgm:t>
    </dgm:pt>
    <dgm:pt modelId="{DBD50641-4ABB-4286-B1CA-29F69ED602D4}" type="pres">
      <dgm:prSet presAssocID="{B23F4277-E061-4A74-BDCF-3D4EBBBFC39A}" presName="descendantText" presStyleLbl="alignAccFollowNode1" presStyleIdx="0" presStyleCnt="7">
        <dgm:presLayoutVars>
          <dgm:bulletEnabled val="1"/>
        </dgm:presLayoutVars>
      </dgm:prSet>
      <dgm:spPr/>
      <dgm:t>
        <a:bodyPr/>
        <a:lstStyle/>
        <a:p>
          <a:endParaRPr lang="en-US"/>
        </a:p>
      </dgm:t>
    </dgm:pt>
    <dgm:pt modelId="{1BFD4496-D95E-450D-93B1-E1C8D2DF3422}" type="pres">
      <dgm:prSet presAssocID="{7AEE54A7-8EED-4C56-9748-F29758B84073}" presName="sp" presStyleCnt="0"/>
      <dgm:spPr/>
      <dgm:t>
        <a:bodyPr/>
        <a:lstStyle/>
        <a:p>
          <a:endParaRPr lang="en-US"/>
        </a:p>
      </dgm:t>
    </dgm:pt>
    <dgm:pt modelId="{F7C364A5-8A9F-456B-B21E-9BD66C511AB2}" type="pres">
      <dgm:prSet presAssocID="{DAF51508-E6F5-4E68-85B1-E5457FE8EC14}" presName="linNode" presStyleCnt="0"/>
      <dgm:spPr/>
      <dgm:t>
        <a:bodyPr/>
        <a:lstStyle/>
        <a:p>
          <a:endParaRPr lang="en-US"/>
        </a:p>
      </dgm:t>
    </dgm:pt>
    <dgm:pt modelId="{4FF237CE-6023-4140-806A-72A1F6D6D75A}" type="pres">
      <dgm:prSet presAssocID="{DAF51508-E6F5-4E68-85B1-E5457FE8EC14}" presName="parentText" presStyleLbl="node1" presStyleIdx="1" presStyleCnt="7">
        <dgm:presLayoutVars>
          <dgm:chMax val="1"/>
          <dgm:bulletEnabled val="1"/>
        </dgm:presLayoutVars>
      </dgm:prSet>
      <dgm:spPr/>
      <dgm:t>
        <a:bodyPr/>
        <a:lstStyle/>
        <a:p>
          <a:endParaRPr lang="en-US"/>
        </a:p>
      </dgm:t>
    </dgm:pt>
    <dgm:pt modelId="{7E2458AC-7E6D-46AE-A9D5-49EE5FFEA683}" type="pres">
      <dgm:prSet presAssocID="{DAF51508-E6F5-4E68-85B1-E5457FE8EC14}" presName="descendantText" presStyleLbl="alignAccFollowNode1" presStyleIdx="1" presStyleCnt="7">
        <dgm:presLayoutVars>
          <dgm:bulletEnabled val="1"/>
        </dgm:presLayoutVars>
      </dgm:prSet>
      <dgm:spPr/>
      <dgm:t>
        <a:bodyPr/>
        <a:lstStyle/>
        <a:p>
          <a:endParaRPr lang="en-US"/>
        </a:p>
      </dgm:t>
    </dgm:pt>
    <dgm:pt modelId="{1FE45085-8E69-4134-AD6E-62F8541AAE75}" type="pres">
      <dgm:prSet presAssocID="{3A5522DF-E11A-4932-9F73-A50087ABB334}" presName="sp" presStyleCnt="0"/>
      <dgm:spPr/>
      <dgm:t>
        <a:bodyPr/>
        <a:lstStyle/>
        <a:p>
          <a:endParaRPr lang="en-US"/>
        </a:p>
      </dgm:t>
    </dgm:pt>
    <dgm:pt modelId="{D5F53715-33C8-4F5A-9F24-77C2F466877D}" type="pres">
      <dgm:prSet presAssocID="{F227CE28-99EE-4531-BBE4-D826A75315A0}" presName="linNode" presStyleCnt="0"/>
      <dgm:spPr/>
      <dgm:t>
        <a:bodyPr/>
        <a:lstStyle/>
        <a:p>
          <a:endParaRPr lang="en-US"/>
        </a:p>
      </dgm:t>
    </dgm:pt>
    <dgm:pt modelId="{7D7C3679-B8F3-4E70-AB74-01B1F37F6258}" type="pres">
      <dgm:prSet presAssocID="{F227CE28-99EE-4531-BBE4-D826A75315A0}" presName="parentText" presStyleLbl="node1" presStyleIdx="2" presStyleCnt="7">
        <dgm:presLayoutVars>
          <dgm:chMax val="1"/>
          <dgm:bulletEnabled val="1"/>
        </dgm:presLayoutVars>
      </dgm:prSet>
      <dgm:spPr/>
      <dgm:t>
        <a:bodyPr/>
        <a:lstStyle/>
        <a:p>
          <a:endParaRPr lang="en-US"/>
        </a:p>
      </dgm:t>
    </dgm:pt>
    <dgm:pt modelId="{796F0D2B-A6D2-4547-B6D8-4BB4F911C8B3}" type="pres">
      <dgm:prSet presAssocID="{F227CE28-99EE-4531-BBE4-D826A75315A0}" presName="descendantText" presStyleLbl="alignAccFollowNode1" presStyleIdx="2" presStyleCnt="7">
        <dgm:presLayoutVars>
          <dgm:bulletEnabled val="1"/>
        </dgm:presLayoutVars>
      </dgm:prSet>
      <dgm:spPr/>
      <dgm:t>
        <a:bodyPr/>
        <a:lstStyle/>
        <a:p>
          <a:endParaRPr lang="en-US"/>
        </a:p>
      </dgm:t>
    </dgm:pt>
    <dgm:pt modelId="{1D66734D-8B74-44D8-A9C2-4F3DCCC976CC}" type="pres">
      <dgm:prSet presAssocID="{6AF07DAE-54D8-471B-803C-1F13A643D494}" presName="sp" presStyleCnt="0"/>
      <dgm:spPr/>
      <dgm:t>
        <a:bodyPr/>
        <a:lstStyle/>
        <a:p>
          <a:endParaRPr lang="en-US"/>
        </a:p>
      </dgm:t>
    </dgm:pt>
    <dgm:pt modelId="{83934D25-2520-403D-A9F9-FCF3A8EBC7AF}" type="pres">
      <dgm:prSet presAssocID="{10A8DDA4-6B97-41F0-830C-036F980F1F25}" presName="linNode" presStyleCnt="0"/>
      <dgm:spPr/>
      <dgm:t>
        <a:bodyPr/>
        <a:lstStyle/>
        <a:p>
          <a:endParaRPr lang="en-US"/>
        </a:p>
      </dgm:t>
    </dgm:pt>
    <dgm:pt modelId="{2AE63F8E-3D2B-4926-B79B-B62CC45B51AF}" type="pres">
      <dgm:prSet presAssocID="{10A8DDA4-6B97-41F0-830C-036F980F1F25}" presName="parentText" presStyleLbl="node1" presStyleIdx="3" presStyleCnt="7">
        <dgm:presLayoutVars>
          <dgm:chMax val="1"/>
          <dgm:bulletEnabled val="1"/>
        </dgm:presLayoutVars>
      </dgm:prSet>
      <dgm:spPr/>
      <dgm:t>
        <a:bodyPr/>
        <a:lstStyle/>
        <a:p>
          <a:endParaRPr lang="en-US"/>
        </a:p>
      </dgm:t>
    </dgm:pt>
    <dgm:pt modelId="{47AD244B-AB6E-43E3-94EA-5064EDA0B90F}" type="pres">
      <dgm:prSet presAssocID="{10A8DDA4-6B97-41F0-830C-036F980F1F25}" presName="descendantText" presStyleLbl="alignAccFollowNode1" presStyleIdx="3" presStyleCnt="7">
        <dgm:presLayoutVars>
          <dgm:bulletEnabled val="1"/>
        </dgm:presLayoutVars>
      </dgm:prSet>
      <dgm:spPr/>
      <dgm:t>
        <a:bodyPr/>
        <a:lstStyle/>
        <a:p>
          <a:endParaRPr lang="en-US"/>
        </a:p>
      </dgm:t>
    </dgm:pt>
    <dgm:pt modelId="{92B2547C-7F36-437D-BA06-1D0A3067F823}" type="pres">
      <dgm:prSet presAssocID="{27378BC8-FCC6-4598-BB24-3C32ED98DFB2}" presName="sp" presStyleCnt="0"/>
      <dgm:spPr/>
      <dgm:t>
        <a:bodyPr/>
        <a:lstStyle/>
        <a:p>
          <a:endParaRPr lang="en-US"/>
        </a:p>
      </dgm:t>
    </dgm:pt>
    <dgm:pt modelId="{1FD25684-4BDE-4426-BA00-2766E406FE18}" type="pres">
      <dgm:prSet presAssocID="{327966E0-6D42-4DD7-9AF2-7C24C419AE52}" presName="linNode" presStyleCnt="0"/>
      <dgm:spPr/>
      <dgm:t>
        <a:bodyPr/>
        <a:lstStyle/>
        <a:p>
          <a:endParaRPr lang="en-US"/>
        </a:p>
      </dgm:t>
    </dgm:pt>
    <dgm:pt modelId="{1E5B764D-6CAC-49D9-854B-D94D8639F5B0}" type="pres">
      <dgm:prSet presAssocID="{327966E0-6D42-4DD7-9AF2-7C24C419AE52}" presName="parentText" presStyleLbl="node1" presStyleIdx="4" presStyleCnt="7">
        <dgm:presLayoutVars>
          <dgm:chMax val="1"/>
          <dgm:bulletEnabled val="1"/>
        </dgm:presLayoutVars>
      </dgm:prSet>
      <dgm:spPr/>
      <dgm:t>
        <a:bodyPr/>
        <a:lstStyle/>
        <a:p>
          <a:endParaRPr lang="en-US"/>
        </a:p>
      </dgm:t>
    </dgm:pt>
    <dgm:pt modelId="{E560A276-4CBB-4420-8C0C-40F37D478163}" type="pres">
      <dgm:prSet presAssocID="{327966E0-6D42-4DD7-9AF2-7C24C419AE52}" presName="descendantText" presStyleLbl="alignAccFollowNode1" presStyleIdx="4" presStyleCnt="7">
        <dgm:presLayoutVars>
          <dgm:bulletEnabled val="1"/>
        </dgm:presLayoutVars>
      </dgm:prSet>
      <dgm:spPr/>
      <dgm:t>
        <a:bodyPr/>
        <a:lstStyle/>
        <a:p>
          <a:endParaRPr lang="en-US"/>
        </a:p>
      </dgm:t>
    </dgm:pt>
    <dgm:pt modelId="{5904F45C-2898-4278-9FEB-736C30B90A9C}" type="pres">
      <dgm:prSet presAssocID="{B9C67B89-F440-4C63-94FA-3DB22083D351}" presName="sp" presStyleCnt="0"/>
      <dgm:spPr/>
      <dgm:t>
        <a:bodyPr/>
        <a:lstStyle/>
        <a:p>
          <a:endParaRPr lang="en-US"/>
        </a:p>
      </dgm:t>
    </dgm:pt>
    <dgm:pt modelId="{26564B4B-3DBB-47E3-B433-E222BCE06D4C}" type="pres">
      <dgm:prSet presAssocID="{BE0A6930-CBCF-4955-98C7-4C5674575D72}" presName="linNode" presStyleCnt="0"/>
      <dgm:spPr/>
      <dgm:t>
        <a:bodyPr/>
        <a:lstStyle/>
        <a:p>
          <a:endParaRPr lang="en-US"/>
        </a:p>
      </dgm:t>
    </dgm:pt>
    <dgm:pt modelId="{797182D9-2E71-4134-A612-9B64F65F3060}" type="pres">
      <dgm:prSet presAssocID="{BE0A6930-CBCF-4955-98C7-4C5674575D72}" presName="parentText" presStyleLbl="node1" presStyleIdx="5" presStyleCnt="7">
        <dgm:presLayoutVars>
          <dgm:chMax val="1"/>
          <dgm:bulletEnabled val="1"/>
        </dgm:presLayoutVars>
      </dgm:prSet>
      <dgm:spPr/>
      <dgm:t>
        <a:bodyPr/>
        <a:lstStyle/>
        <a:p>
          <a:endParaRPr lang="en-US"/>
        </a:p>
      </dgm:t>
    </dgm:pt>
    <dgm:pt modelId="{A57E677F-5CA7-4C41-9B18-A97C5632A571}" type="pres">
      <dgm:prSet presAssocID="{BE0A6930-CBCF-4955-98C7-4C5674575D72}" presName="descendantText" presStyleLbl="alignAccFollowNode1" presStyleIdx="5" presStyleCnt="7">
        <dgm:presLayoutVars>
          <dgm:bulletEnabled val="1"/>
        </dgm:presLayoutVars>
      </dgm:prSet>
      <dgm:spPr/>
      <dgm:t>
        <a:bodyPr/>
        <a:lstStyle/>
        <a:p>
          <a:endParaRPr lang="en-US"/>
        </a:p>
      </dgm:t>
    </dgm:pt>
    <dgm:pt modelId="{0583A5C8-FC47-427C-9143-B12CF3429FBC}" type="pres">
      <dgm:prSet presAssocID="{38F01052-8AA4-4FFA-8666-E01B60EB5260}" presName="sp" presStyleCnt="0"/>
      <dgm:spPr/>
      <dgm:t>
        <a:bodyPr/>
        <a:lstStyle/>
        <a:p>
          <a:endParaRPr lang="en-US"/>
        </a:p>
      </dgm:t>
    </dgm:pt>
    <dgm:pt modelId="{42BC4EE7-9C94-4EDB-A52A-C53960B7402D}" type="pres">
      <dgm:prSet presAssocID="{EA8BB6F6-CBE2-4F22-B76D-72B310E1FD2E}" presName="linNode" presStyleCnt="0"/>
      <dgm:spPr/>
      <dgm:t>
        <a:bodyPr/>
        <a:lstStyle/>
        <a:p>
          <a:endParaRPr lang="en-US"/>
        </a:p>
      </dgm:t>
    </dgm:pt>
    <dgm:pt modelId="{DA2073A7-D2CF-4C94-AAA0-93D6A4F2A39A}" type="pres">
      <dgm:prSet presAssocID="{EA8BB6F6-CBE2-4F22-B76D-72B310E1FD2E}" presName="parentText" presStyleLbl="node1" presStyleIdx="6" presStyleCnt="7">
        <dgm:presLayoutVars>
          <dgm:chMax val="1"/>
          <dgm:bulletEnabled val="1"/>
        </dgm:presLayoutVars>
      </dgm:prSet>
      <dgm:spPr/>
      <dgm:t>
        <a:bodyPr/>
        <a:lstStyle/>
        <a:p>
          <a:endParaRPr lang="en-US"/>
        </a:p>
      </dgm:t>
    </dgm:pt>
    <dgm:pt modelId="{83C7026D-3612-4C67-86CD-D0355A8BB978}" type="pres">
      <dgm:prSet presAssocID="{EA8BB6F6-CBE2-4F22-B76D-72B310E1FD2E}" presName="descendantText" presStyleLbl="alignAccFollowNode1" presStyleIdx="6" presStyleCnt="7">
        <dgm:presLayoutVars>
          <dgm:bulletEnabled val="1"/>
        </dgm:presLayoutVars>
      </dgm:prSet>
      <dgm:spPr/>
      <dgm:t>
        <a:bodyPr/>
        <a:lstStyle/>
        <a:p>
          <a:endParaRPr lang="en-US"/>
        </a:p>
      </dgm:t>
    </dgm:pt>
  </dgm:ptLst>
  <dgm:cxnLst>
    <dgm:cxn modelId="{3AF54992-3F2F-4C73-A292-E49CB6B996C8}" srcId="{BE0A6930-CBCF-4955-98C7-4C5674575D72}" destId="{88ECBC31-E864-4C83-A746-D258AA8FC8B3}" srcOrd="0" destOrd="0" parTransId="{9C0F4C14-E753-4B55-85AF-C6E142F35367}" sibTransId="{88750314-2B48-4FDB-B695-DE2B35AC26C0}"/>
    <dgm:cxn modelId="{3AD21622-69C5-4985-8289-0FA767FE689F}" type="presOf" srcId="{88ECBC31-E864-4C83-A746-D258AA8FC8B3}" destId="{A57E677F-5CA7-4C41-9B18-A97C5632A571}" srcOrd="0" destOrd="0" presId="urn:microsoft.com/office/officeart/2005/8/layout/vList5"/>
    <dgm:cxn modelId="{B290E116-769E-4F55-8325-6C85A109594C}" type="presOf" srcId="{DAF51508-E6F5-4E68-85B1-E5457FE8EC14}" destId="{4FF237CE-6023-4140-806A-72A1F6D6D75A}" srcOrd="0" destOrd="0" presId="urn:microsoft.com/office/officeart/2005/8/layout/vList5"/>
    <dgm:cxn modelId="{AEE122C9-AE62-4829-B76B-D32627404F27}" srcId="{F227CE28-99EE-4531-BBE4-D826A75315A0}" destId="{69155F46-0B55-4B95-834B-07919A371CD1}" srcOrd="0" destOrd="0" parTransId="{22CF25C1-4981-43E3-87A0-E6F6C158564E}" sibTransId="{4706AC0B-E253-41CB-86F3-057345063ABC}"/>
    <dgm:cxn modelId="{FBB86479-DB1E-47B8-9ED8-61172FD8EAE4}" type="presOf" srcId="{44C81567-38C9-4E2A-A5F8-F577E7B731B8}" destId="{47AD244B-AB6E-43E3-94EA-5064EDA0B90F}" srcOrd="0" destOrd="0" presId="urn:microsoft.com/office/officeart/2005/8/layout/vList5"/>
    <dgm:cxn modelId="{806640AF-6017-4E35-858D-99439F3BE022}" srcId="{10A8DDA4-6B97-41F0-830C-036F980F1F25}" destId="{44C81567-38C9-4E2A-A5F8-F577E7B731B8}" srcOrd="0" destOrd="0" parTransId="{345C8BD9-82F4-4EF3-8EAC-CF460FA13B0C}" sibTransId="{8EDA5B6D-C43B-41F2-9DF1-900ACBD55EC9}"/>
    <dgm:cxn modelId="{E9DC438A-34C5-482D-A302-6EF41C5118EA}" type="presOf" srcId="{A340CCF0-5AE6-4CFB-AD34-25B0F55EEC7C}" destId="{0D80AAAA-F87A-4833-A4E9-5234F552BF12}" srcOrd="0" destOrd="0" presId="urn:microsoft.com/office/officeart/2005/8/layout/vList5"/>
    <dgm:cxn modelId="{6F780C99-1201-443C-A3EC-CC1FB7221809}" type="presOf" srcId="{B23F4277-E061-4A74-BDCF-3D4EBBBFC39A}" destId="{D3C46936-4B7D-4E08-ABFC-B736500C3FCE}" srcOrd="0" destOrd="0" presId="urn:microsoft.com/office/officeart/2005/8/layout/vList5"/>
    <dgm:cxn modelId="{53BFBC20-5253-4C4C-86E5-BDC0B4ED8967}" srcId="{A340CCF0-5AE6-4CFB-AD34-25B0F55EEC7C}" destId="{B23F4277-E061-4A74-BDCF-3D4EBBBFC39A}" srcOrd="0" destOrd="0" parTransId="{2AF90D64-0154-4F01-8F77-58BFDC8F6A74}" sibTransId="{7AEE54A7-8EED-4C56-9748-F29758B84073}"/>
    <dgm:cxn modelId="{B9B3D37C-3A66-4BB2-A167-C744D59463D6}" srcId="{A340CCF0-5AE6-4CFB-AD34-25B0F55EEC7C}" destId="{BE0A6930-CBCF-4955-98C7-4C5674575D72}" srcOrd="5" destOrd="0" parTransId="{93CF2D00-64BF-4B00-8222-4091FAD9A877}" sibTransId="{38F01052-8AA4-4FFA-8666-E01B60EB5260}"/>
    <dgm:cxn modelId="{1AE1721F-17FB-49BC-877F-FF63FC630AEE}" type="presOf" srcId="{BE0A6930-CBCF-4955-98C7-4C5674575D72}" destId="{797182D9-2E71-4134-A612-9B64F65F3060}" srcOrd="0" destOrd="0" presId="urn:microsoft.com/office/officeart/2005/8/layout/vList5"/>
    <dgm:cxn modelId="{54A9AB88-BEB3-4426-A8EB-AF42AB42D74B}" type="presOf" srcId="{EA8BB6F6-CBE2-4F22-B76D-72B310E1FD2E}" destId="{DA2073A7-D2CF-4C94-AAA0-93D6A4F2A39A}" srcOrd="0" destOrd="0" presId="urn:microsoft.com/office/officeart/2005/8/layout/vList5"/>
    <dgm:cxn modelId="{4F32EFCC-6088-4DE8-85AC-5AF72AC5E81A}" srcId="{A340CCF0-5AE6-4CFB-AD34-25B0F55EEC7C}" destId="{10A8DDA4-6B97-41F0-830C-036F980F1F25}" srcOrd="3" destOrd="0" parTransId="{45092E9C-CF0F-4669-B2A8-0744E43590EC}" sibTransId="{27378BC8-FCC6-4598-BB24-3C32ED98DFB2}"/>
    <dgm:cxn modelId="{09255F83-02BA-42D8-B917-AB30682D24A8}" srcId="{EA8BB6F6-CBE2-4F22-B76D-72B310E1FD2E}" destId="{27186113-4FAC-42DD-BF7D-7991915726AB}" srcOrd="0" destOrd="0" parTransId="{04E59B5B-411B-4960-ACFC-BB6373447E1E}" sibTransId="{1DB0E71A-8C44-493E-AC06-11A20E53C309}"/>
    <dgm:cxn modelId="{83A4EE14-CAB8-4D85-84EB-BCF2122FE8BD}" type="presOf" srcId="{69155F46-0B55-4B95-834B-07919A371CD1}" destId="{796F0D2B-A6D2-4547-B6D8-4BB4F911C8B3}" srcOrd="0" destOrd="0" presId="urn:microsoft.com/office/officeart/2005/8/layout/vList5"/>
    <dgm:cxn modelId="{F65240E7-CA6A-4CB2-8ACD-E50948621C63}" type="presOf" srcId="{10A8DDA4-6B97-41F0-830C-036F980F1F25}" destId="{2AE63F8E-3D2B-4926-B79B-B62CC45B51AF}"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9D6203F3-B61B-46A8-A06E-FEA2276D1632}" type="presOf" srcId="{327966E0-6D42-4DD7-9AF2-7C24C419AE52}" destId="{1E5B764D-6CAC-49D9-854B-D94D8639F5B0}" srcOrd="0" destOrd="0" presId="urn:microsoft.com/office/officeart/2005/8/layout/vList5"/>
    <dgm:cxn modelId="{E9894609-4BDA-4FAC-9F5F-5999F219F98F}" srcId="{327966E0-6D42-4DD7-9AF2-7C24C419AE52}" destId="{661D5167-F04A-4FF7-ADC1-D4268235EBD0}" srcOrd="0" destOrd="0" parTransId="{0A955E8C-BB8E-4F61-8208-8A4CB16862D5}" sibTransId="{EDE0370F-8054-470A-A456-1E022950A740}"/>
    <dgm:cxn modelId="{241872E3-6E28-4551-9FDD-71D30CC9C391}" type="presOf" srcId="{76FE2376-AEF0-4C25-B8BD-C5F0F875B614}" destId="{7E2458AC-7E6D-46AE-A9D5-49EE5FFEA683}" srcOrd="0" destOrd="0" presId="urn:microsoft.com/office/officeart/2005/8/layout/vList5"/>
    <dgm:cxn modelId="{99BA2404-020B-4859-B149-55234447CB0D}" type="presOf" srcId="{661D5167-F04A-4FF7-ADC1-D4268235EBD0}" destId="{E560A276-4CBB-4420-8C0C-40F37D478163}" srcOrd="0" destOrd="0" presId="urn:microsoft.com/office/officeart/2005/8/layout/vList5"/>
    <dgm:cxn modelId="{FC5E37FE-8F31-418B-9853-E3E0D79F8E64}" type="presOf" srcId="{27186113-4FAC-42DD-BF7D-7991915726AB}" destId="{83C7026D-3612-4C67-86CD-D0355A8BB978}" srcOrd="0" destOrd="0" presId="urn:microsoft.com/office/officeart/2005/8/layout/vList5"/>
    <dgm:cxn modelId="{035D16D9-346F-47A8-87EC-DA760C82A121}" type="presOf" srcId="{F227CE28-99EE-4531-BBE4-D826A75315A0}" destId="{7D7C3679-B8F3-4E70-AB74-01B1F37F6258}" srcOrd="0" destOrd="0" presId="urn:microsoft.com/office/officeart/2005/8/layout/vList5"/>
    <dgm:cxn modelId="{DA4AAB47-9657-4EC1-A8DC-CF211CD1DF4D}" srcId="{A340CCF0-5AE6-4CFB-AD34-25B0F55EEC7C}" destId="{F227CE28-99EE-4531-BBE4-D826A75315A0}" srcOrd="2" destOrd="0" parTransId="{E2EF5D2B-D0A5-4C30-8C69-17E304ED3993}" sibTransId="{6AF07DAE-54D8-471B-803C-1F13A643D494}"/>
    <dgm:cxn modelId="{87470B3C-17A5-4D6D-8F7D-A9F14254BAFB}" srcId="{A340CCF0-5AE6-4CFB-AD34-25B0F55EEC7C}" destId="{327966E0-6D42-4DD7-9AF2-7C24C419AE52}" srcOrd="4" destOrd="0" parTransId="{8CED7BDA-F4F5-46EE-AD26-9729E87E1EDC}" sibTransId="{B9C67B89-F440-4C63-94FA-3DB22083D351}"/>
    <dgm:cxn modelId="{AEF77757-C530-417E-BD8C-B0DA0F0A063D}" srcId="{A340CCF0-5AE6-4CFB-AD34-25B0F55EEC7C}" destId="{EA8BB6F6-CBE2-4F22-B76D-72B310E1FD2E}" srcOrd="6" destOrd="0" parTransId="{650A23F6-8CE5-4CEB-93B8-EEB2DA07C2ED}" sibTransId="{1741931F-9732-4A95-A4FD-FF3A159E34A3}"/>
    <dgm:cxn modelId="{E15AFC2F-0AB7-477A-8CAC-8F3A56FEEA79}" srcId="{B23F4277-E061-4A74-BDCF-3D4EBBBFC39A}" destId="{7E0C4C1C-544F-4A2C-9B9D-3BA765CEDAED}" srcOrd="0" destOrd="0" parTransId="{E4E194C5-D58B-4963-8403-0E29CC7C91C0}" sibTransId="{7E999C5D-E89B-4F7C-B5B1-35125D273C10}"/>
    <dgm:cxn modelId="{401E1F29-44F6-463C-A3DF-25E7B8D119E1}" type="presOf" srcId="{7E0C4C1C-544F-4A2C-9B9D-3BA765CEDAED}" destId="{DBD50641-4ABB-4286-B1CA-29F69ED602D4}"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C1428358-6333-4D73-A54C-59466A15EBBA}" type="presParOf" srcId="{0D80AAAA-F87A-4833-A4E9-5234F552BF12}" destId="{1B39A9D6-B660-49E7-9ADE-F27071DB98DB}" srcOrd="0" destOrd="0" presId="urn:microsoft.com/office/officeart/2005/8/layout/vList5"/>
    <dgm:cxn modelId="{750E1A43-9DBD-4537-A915-F50B2B97094E}" type="presParOf" srcId="{1B39A9D6-B660-49E7-9ADE-F27071DB98DB}" destId="{D3C46936-4B7D-4E08-ABFC-B736500C3FCE}" srcOrd="0" destOrd="0" presId="urn:microsoft.com/office/officeart/2005/8/layout/vList5"/>
    <dgm:cxn modelId="{7112CF13-547B-4D5A-80D6-8CB7AB68C584}" type="presParOf" srcId="{1B39A9D6-B660-49E7-9ADE-F27071DB98DB}" destId="{DBD50641-4ABB-4286-B1CA-29F69ED602D4}" srcOrd="1" destOrd="0" presId="urn:microsoft.com/office/officeart/2005/8/layout/vList5"/>
    <dgm:cxn modelId="{BBF4DE70-F62E-48CD-9181-BFC8F309017B}" type="presParOf" srcId="{0D80AAAA-F87A-4833-A4E9-5234F552BF12}" destId="{1BFD4496-D95E-450D-93B1-E1C8D2DF3422}" srcOrd="1" destOrd="0" presId="urn:microsoft.com/office/officeart/2005/8/layout/vList5"/>
    <dgm:cxn modelId="{6885751A-C918-45DF-BC12-A6C98933E0AE}" type="presParOf" srcId="{0D80AAAA-F87A-4833-A4E9-5234F552BF12}" destId="{F7C364A5-8A9F-456B-B21E-9BD66C511AB2}" srcOrd="2" destOrd="0" presId="urn:microsoft.com/office/officeart/2005/8/layout/vList5"/>
    <dgm:cxn modelId="{40AAFB7F-7CE7-45D0-9C03-7A364183DD37}" type="presParOf" srcId="{F7C364A5-8A9F-456B-B21E-9BD66C511AB2}" destId="{4FF237CE-6023-4140-806A-72A1F6D6D75A}" srcOrd="0" destOrd="0" presId="urn:microsoft.com/office/officeart/2005/8/layout/vList5"/>
    <dgm:cxn modelId="{10A4EA1A-48A5-490E-A11E-5FF277C0511A}" type="presParOf" srcId="{F7C364A5-8A9F-456B-B21E-9BD66C511AB2}" destId="{7E2458AC-7E6D-46AE-A9D5-49EE5FFEA683}" srcOrd="1" destOrd="0" presId="urn:microsoft.com/office/officeart/2005/8/layout/vList5"/>
    <dgm:cxn modelId="{DDE8E32E-F6AC-4B3E-94FE-3310B548BE0E}" type="presParOf" srcId="{0D80AAAA-F87A-4833-A4E9-5234F552BF12}" destId="{1FE45085-8E69-4134-AD6E-62F8541AAE75}" srcOrd="3" destOrd="0" presId="urn:microsoft.com/office/officeart/2005/8/layout/vList5"/>
    <dgm:cxn modelId="{106294C3-9E17-499C-ADB0-5CD3E6D642EF}" type="presParOf" srcId="{0D80AAAA-F87A-4833-A4E9-5234F552BF12}" destId="{D5F53715-33C8-4F5A-9F24-77C2F466877D}" srcOrd="4" destOrd="0" presId="urn:microsoft.com/office/officeart/2005/8/layout/vList5"/>
    <dgm:cxn modelId="{95B073C9-BE2E-4051-A256-1DB29222FA84}" type="presParOf" srcId="{D5F53715-33C8-4F5A-9F24-77C2F466877D}" destId="{7D7C3679-B8F3-4E70-AB74-01B1F37F6258}" srcOrd="0" destOrd="0" presId="urn:microsoft.com/office/officeart/2005/8/layout/vList5"/>
    <dgm:cxn modelId="{3BBAACF2-1DD1-49E8-B3A4-CCE50A9089BA}" type="presParOf" srcId="{D5F53715-33C8-4F5A-9F24-77C2F466877D}" destId="{796F0D2B-A6D2-4547-B6D8-4BB4F911C8B3}" srcOrd="1" destOrd="0" presId="urn:microsoft.com/office/officeart/2005/8/layout/vList5"/>
    <dgm:cxn modelId="{64E3AADB-F962-416B-B1D2-5730C32949B6}" type="presParOf" srcId="{0D80AAAA-F87A-4833-A4E9-5234F552BF12}" destId="{1D66734D-8B74-44D8-A9C2-4F3DCCC976CC}" srcOrd="5" destOrd="0" presId="urn:microsoft.com/office/officeart/2005/8/layout/vList5"/>
    <dgm:cxn modelId="{213A6C9F-F771-4EC4-B939-06FA4391BB01}" type="presParOf" srcId="{0D80AAAA-F87A-4833-A4E9-5234F552BF12}" destId="{83934D25-2520-403D-A9F9-FCF3A8EBC7AF}" srcOrd="6" destOrd="0" presId="urn:microsoft.com/office/officeart/2005/8/layout/vList5"/>
    <dgm:cxn modelId="{2A0DC5E3-A5E8-4020-95A0-76BF4EDC4F9A}" type="presParOf" srcId="{83934D25-2520-403D-A9F9-FCF3A8EBC7AF}" destId="{2AE63F8E-3D2B-4926-B79B-B62CC45B51AF}" srcOrd="0" destOrd="0" presId="urn:microsoft.com/office/officeart/2005/8/layout/vList5"/>
    <dgm:cxn modelId="{5F5DC34D-D1F3-4F75-9A55-48537FE752F8}" type="presParOf" srcId="{83934D25-2520-403D-A9F9-FCF3A8EBC7AF}" destId="{47AD244B-AB6E-43E3-94EA-5064EDA0B90F}" srcOrd="1" destOrd="0" presId="urn:microsoft.com/office/officeart/2005/8/layout/vList5"/>
    <dgm:cxn modelId="{9D122754-9BA0-4387-94CE-9419B186F29F}" type="presParOf" srcId="{0D80AAAA-F87A-4833-A4E9-5234F552BF12}" destId="{92B2547C-7F36-437D-BA06-1D0A3067F823}" srcOrd="7" destOrd="0" presId="urn:microsoft.com/office/officeart/2005/8/layout/vList5"/>
    <dgm:cxn modelId="{744724B4-6B0B-4427-8B4B-5756260ED6B5}" type="presParOf" srcId="{0D80AAAA-F87A-4833-A4E9-5234F552BF12}" destId="{1FD25684-4BDE-4426-BA00-2766E406FE18}" srcOrd="8" destOrd="0" presId="urn:microsoft.com/office/officeart/2005/8/layout/vList5"/>
    <dgm:cxn modelId="{98BA6CDB-B91D-4FF5-A8AE-EB34A6EA0BB4}" type="presParOf" srcId="{1FD25684-4BDE-4426-BA00-2766E406FE18}" destId="{1E5B764D-6CAC-49D9-854B-D94D8639F5B0}" srcOrd="0" destOrd="0" presId="urn:microsoft.com/office/officeart/2005/8/layout/vList5"/>
    <dgm:cxn modelId="{A23B02DB-CA66-4B3B-8E28-5F90891B8651}" type="presParOf" srcId="{1FD25684-4BDE-4426-BA00-2766E406FE18}" destId="{E560A276-4CBB-4420-8C0C-40F37D478163}" srcOrd="1" destOrd="0" presId="urn:microsoft.com/office/officeart/2005/8/layout/vList5"/>
    <dgm:cxn modelId="{178A8CF2-A2EE-4880-ABF2-4B7723BB7E85}" type="presParOf" srcId="{0D80AAAA-F87A-4833-A4E9-5234F552BF12}" destId="{5904F45C-2898-4278-9FEB-736C30B90A9C}" srcOrd="9" destOrd="0" presId="urn:microsoft.com/office/officeart/2005/8/layout/vList5"/>
    <dgm:cxn modelId="{6E417ACB-FC01-4601-86A1-119396B44D18}" type="presParOf" srcId="{0D80AAAA-F87A-4833-A4E9-5234F552BF12}" destId="{26564B4B-3DBB-47E3-B433-E222BCE06D4C}" srcOrd="10" destOrd="0" presId="urn:microsoft.com/office/officeart/2005/8/layout/vList5"/>
    <dgm:cxn modelId="{80B5AFC9-2D71-4FEE-B38E-4FEC1F8EA4DB}" type="presParOf" srcId="{26564B4B-3DBB-47E3-B433-E222BCE06D4C}" destId="{797182D9-2E71-4134-A612-9B64F65F3060}" srcOrd="0" destOrd="0" presId="urn:microsoft.com/office/officeart/2005/8/layout/vList5"/>
    <dgm:cxn modelId="{A3E41393-10E5-4524-9414-C4B41BC19337}" type="presParOf" srcId="{26564B4B-3DBB-47E3-B433-E222BCE06D4C}" destId="{A57E677F-5CA7-4C41-9B18-A97C5632A571}" srcOrd="1" destOrd="0" presId="urn:microsoft.com/office/officeart/2005/8/layout/vList5"/>
    <dgm:cxn modelId="{9E360452-B925-48E7-896B-43D2999C8E89}" type="presParOf" srcId="{0D80AAAA-F87A-4833-A4E9-5234F552BF12}" destId="{0583A5C8-FC47-427C-9143-B12CF3429FBC}" srcOrd="11" destOrd="0" presId="urn:microsoft.com/office/officeart/2005/8/layout/vList5"/>
    <dgm:cxn modelId="{B6C7E2DA-1BD8-4EA2-A5C7-9B5BF635B30D}" type="presParOf" srcId="{0D80AAAA-F87A-4833-A4E9-5234F552BF12}" destId="{42BC4EE7-9C94-4EDB-A52A-C53960B7402D}" srcOrd="12" destOrd="0" presId="urn:microsoft.com/office/officeart/2005/8/layout/vList5"/>
    <dgm:cxn modelId="{495F6D30-5E17-4327-91F9-6DC0A8C5C866}" type="presParOf" srcId="{42BC4EE7-9C94-4EDB-A52A-C53960B7402D}" destId="{DA2073A7-D2CF-4C94-AAA0-93D6A4F2A39A}" srcOrd="0" destOrd="0" presId="urn:microsoft.com/office/officeart/2005/8/layout/vList5"/>
    <dgm:cxn modelId="{59DD09F9-8983-49FF-90F4-258B93881B9D}" type="presParOf" srcId="{42BC4EE7-9C94-4EDB-A52A-C53960B7402D}" destId="{83C7026D-3612-4C67-86CD-D0355A8BB978}"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200" smtClean="0"/>
            <a:t>A</a:t>
          </a:r>
          <a:endParaRPr lang="en-US" sz="3200" dirty="0"/>
        </a:p>
      </dgm:t>
    </dgm:pt>
    <dgm:pt modelId="{2AF90D64-0154-4F01-8F77-58BFDC8F6A74}" type="parTrans" cxnId="{53BFBC20-5253-4C4C-86E5-BDC0B4ED8967}">
      <dgm:prSet/>
      <dgm:spPr/>
      <dgm:t>
        <a:bodyPr/>
        <a:lstStyle/>
        <a:p>
          <a:endParaRPr lang="en-US" sz="1100">
            <a:solidFill>
              <a:schemeClr val="bg1"/>
            </a:solidFill>
          </a:endParaRPr>
        </a:p>
      </dgm:t>
    </dgm:pt>
    <dgm:pt modelId="{7AEE54A7-8EED-4C56-9748-F29758B84073}" type="sibTrans" cxnId="{53BFBC20-5253-4C4C-86E5-BDC0B4ED8967}">
      <dgm:prSet/>
      <dgm:spPr/>
      <dgm:t>
        <a:bodyPr/>
        <a:lstStyle/>
        <a:p>
          <a:endParaRPr lang="en-US" sz="1100">
            <a:solidFill>
              <a:schemeClr val="bg1"/>
            </a:solidFill>
          </a:endParaRPr>
        </a:p>
      </dgm:t>
    </dgm:pt>
    <dgm:pt modelId="{7E0C4C1C-544F-4A2C-9B9D-3BA765CEDAED}">
      <dgm:prSet phldrT="[Text]" custT="1"/>
      <dgm:spPr/>
      <dgm:t>
        <a:bodyPr anchor="ctr" anchorCtr="0"/>
        <a:lstStyle/>
        <a:p>
          <a:r>
            <a:rPr lang="en-US" sz="2000" smtClean="0">
              <a:latin typeface="+mj-lt"/>
            </a:rPr>
            <a:t>Special characteristics of the data subjects</a:t>
          </a:r>
          <a:endParaRPr lang="en-US" sz="2000" dirty="0">
            <a:latin typeface="+mj-lt"/>
          </a:endParaRPr>
        </a:p>
      </dgm:t>
    </dgm:pt>
    <dgm:pt modelId="{E4E194C5-D58B-4963-8403-0E29CC7C91C0}" type="parTrans" cxnId="{E15AFC2F-0AB7-477A-8CAC-8F3A56FEEA79}">
      <dgm:prSet/>
      <dgm:spPr/>
      <dgm:t>
        <a:bodyPr/>
        <a:lstStyle/>
        <a:p>
          <a:endParaRPr lang="en-US" sz="1100">
            <a:solidFill>
              <a:schemeClr val="bg1"/>
            </a:solidFill>
          </a:endParaRPr>
        </a:p>
      </dgm:t>
    </dgm:pt>
    <dgm:pt modelId="{7E999C5D-E89B-4F7C-B5B1-35125D273C10}" type="sibTrans" cxnId="{E15AFC2F-0AB7-477A-8CAC-8F3A56FEEA79}">
      <dgm:prSet/>
      <dgm:spPr/>
      <dgm:t>
        <a:bodyPr/>
        <a:lstStyle/>
        <a:p>
          <a:endParaRPr lang="en-US" sz="1100">
            <a:solidFill>
              <a:schemeClr val="bg1"/>
            </a:solidFill>
          </a:endParaRPr>
        </a:p>
      </dgm:t>
    </dgm:pt>
    <dgm:pt modelId="{DAF51508-E6F5-4E68-85B1-E5457FE8EC14}">
      <dgm:prSet phldrT="[Text]" custT="1"/>
      <dgm:spPr/>
      <dgm:t>
        <a:bodyPr/>
        <a:lstStyle/>
        <a:p>
          <a:r>
            <a:rPr lang="en-US" sz="3200" smtClean="0"/>
            <a:t>B</a:t>
          </a:r>
          <a:endParaRPr lang="en-US" sz="3200" dirty="0"/>
        </a:p>
      </dgm:t>
    </dgm:pt>
    <dgm:pt modelId="{C4338DF6-6357-4B11-8350-6DE33555E285}" type="parTrans" cxnId="{0E53EEEE-3C3B-4902-BF4C-F30F65E41AFF}">
      <dgm:prSet/>
      <dgm:spPr/>
      <dgm:t>
        <a:bodyPr/>
        <a:lstStyle/>
        <a:p>
          <a:endParaRPr lang="en-US" sz="1100">
            <a:solidFill>
              <a:schemeClr val="bg1"/>
            </a:solidFill>
          </a:endParaRPr>
        </a:p>
      </dgm:t>
    </dgm:pt>
    <dgm:pt modelId="{3A5522DF-E11A-4932-9F73-A50087ABB334}" type="sibTrans" cxnId="{0E53EEEE-3C3B-4902-BF4C-F30F65E41AFF}">
      <dgm:prSet/>
      <dgm:spPr/>
      <dgm:t>
        <a:bodyPr/>
        <a:lstStyle/>
        <a:p>
          <a:endParaRPr lang="en-US" sz="1100">
            <a:solidFill>
              <a:schemeClr val="bg1"/>
            </a:solidFill>
          </a:endParaRPr>
        </a:p>
      </dgm:t>
    </dgm:pt>
    <dgm:pt modelId="{76FE2376-AEF0-4C25-B8BD-C5F0F875B614}">
      <dgm:prSet phldrT="[Text]" custT="1"/>
      <dgm:spPr/>
      <dgm:t>
        <a:bodyPr anchor="ctr" anchorCtr="0"/>
        <a:lstStyle/>
        <a:p>
          <a:r>
            <a:rPr lang="en-US" sz="2000" smtClean="0">
              <a:latin typeface="+mj-lt"/>
            </a:rPr>
            <a:t>Ease of identification of individuals</a:t>
          </a:r>
          <a:endParaRPr lang="en-US" sz="2000" dirty="0">
            <a:latin typeface="+mj-lt"/>
          </a:endParaRPr>
        </a:p>
      </dgm:t>
    </dgm:pt>
    <dgm:pt modelId="{7D383471-E1E2-4E91-BCE2-631648AB20E0}" type="parTrans" cxnId="{814CD180-71F1-42F1-849B-6AE771C27F47}">
      <dgm:prSet/>
      <dgm:spPr/>
      <dgm:t>
        <a:bodyPr/>
        <a:lstStyle/>
        <a:p>
          <a:endParaRPr lang="en-US" sz="1100">
            <a:solidFill>
              <a:schemeClr val="bg1"/>
            </a:solidFill>
          </a:endParaRPr>
        </a:p>
      </dgm:t>
    </dgm:pt>
    <dgm:pt modelId="{0890E4CF-AAEB-4332-B9D9-55B456D12EBA}" type="sibTrans" cxnId="{814CD180-71F1-42F1-849B-6AE771C27F47}">
      <dgm:prSet/>
      <dgm:spPr/>
      <dgm:t>
        <a:bodyPr/>
        <a:lstStyle/>
        <a:p>
          <a:endParaRPr lang="en-US" sz="1100">
            <a:solidFill>
              <a:schemeClr val="bg1"/>
            </a:solidFill>
          </a:endParaRPr>
        </a:p>
      </dgm:t>
    </dgm:pt>
    <dgm:pt modelId="{F227CE28-99EE-4531-BBE4-D826A75315A0}">
      <dgm:prSet phldrT="[Text]" custT="1"/>
      <dgm:spPr/>
      <dgm:t>
        <a:bodyPr/>
        <a:lstStyle/>
        <a:p>
          <a:r>
            <a:rPr lang="en-US" sz="3200" smtClean="0"/>
            <a:t>C</a:t>
          </a:r>
          <a:endParaRPr lang="en-US" sz="3200" dirty="0"/>
        </a:p>
      </dgm:t>
    </dgm:pt>
    <dgm:pt modelId="{E2EF5D2B-D0A5-4C30-8C69-17E304ED3993}" type="parTrans" cxnId="{DA4AAB47-9657-4EC1-A8DC-CF211CD1DF4D}">
      <dgm:prSet/>
      <dgm:spPr/>
      <dgm:t>
        <a:bodyPr/>
        <a:lstStyle/>
        <a:p>
          <a:endParaRPr lang="en-US" sz="1100">
            <a:solidFill>
              <a:schemeClr val="bg1"/>
            </a:solidFill>
          </a:endParaRPr>
        </a:p>
      </dgm:t>
    </dgm:pt>
    <dgm:pt modelId="{6AF07DAE-54D8-471B-803C-1F13A643D494}" type="sibTrans" cxnId="{DA4AAB47-9657-4EC1-A8DC-CF211CD1DF4D}">
      <dgm:prSet/>
      <dgm:spPr/>
      <dgm:t>
        <a:bodyPr/>
        <a:lstStyle/>
        <a:p>
          <a:endParaRPr lang="en-US" sz="1100">
            <a:solidFill>
              <a:schemeClr val="bg1"/>
            </a:solidFill>
          </a:endParaRPr>
        </a:p>
      </dgm:t>
    </dgm:pt>
    <dgm:pt modelId="{69155F46-0B55-4B95-834B-07919A371CD1}">
      <dgm:prSet phldrT="[Text]" custT="1"/>
      <dgm:spPr/>
      <dgm:t>
        <a:bodyPr anchor="ctr" anchorCtr="0"/>
        <a:lstStyle/>
        <a:p>
          <a:r>
            <a:rPr lang="en-US" sz="2000" smtClean="0">
              <a:latin typeface="+mj-lt"/>
            </a:rPr>
            <a:t>Categories of personal data included in the tickets</a:t>
          </a:r>
          <a:endParaRPr lang="en-US" sz="2000" dirty="0">
            <a:latin typeface="+mj-lt"/>
          </a:endParaRPr>
        </a:p>
      </dgm:t>
    </dgm:pt>
    <dgm:pt modelId="{22CF25C1-4981-43E3-87A0-E6F6C158564E}" type="parTrans" cxnId="{AEE122C9-AE62-4829-B76B-D32627404F27}">
      <dgm:prSet/>
      <dgm:spPr/>
      <dgm:t>
        <a:bodyPr/>
        <a:lstStyle/>
        <a:p>
          <a:endParaRPr lang="en-US" sz="1100">
            <a:solidFill>
              <a:schemeClr val="bg1"/>
            </a:solidFill>
          </a:endParaRPr>
        </a:p>
      </dgm:t>
    </dgm:pt>
    <dgm:pt modelId="{4706AC0B-E253-41CB-86F3-057345063ABC}" type="sibTrans" cxnId="{AEE122C9-AE62-4829-B76B-D32627404F27}">
      <dgm:prSet/>
      <dgm:spPr/>
      <dgm:t>
        <a:bodyPr/>
        <a:lstStyle/>
        <a:p>
          <a:endParaRPr lang="en-US" sz="1100">
            <a:solidFill>
              <a:schemeClr val="bg1"/>
            </a:solidFill>
          </a:endParaRPr>
        </a:p>
      </dgm:t>
    </dgm:pt>
    <dgm:pt modelId="{31D62F9D-61AE-4946-B044-1C0DA203AB06}">
      <dgm:prSet phldrT="[Text]" custT="1"/>
      <dgm:spPr/>
      <dgm:t>
        <a:bodyPr anchor="ctr" anchorCtr="0"/>
        <a:lstStyle/>
        <a:p>
          <a:r>
            <a:rPr lang="en-US" sz="3200" baseline="0" smtClean="0">
              <a:latin typeface="Libertinus Sans" pitchFamily="50" charset="0"/>
            </a:rPr>
            <a:t>D</a:t>
          </a:r>
          <a:endParaRPr lang="en-US" sz="3200" baseline="0" dirty="0">
            <a:latin typeface="Libertinus Sans" pitchFamily="50" charset="0"/>
          </a:endParaRPr>
        </a:p>
      </dgm:t>
    </dgm:pt>
    <dgm:pt modelId="{44002655-CBF0-424E-A44A-8C874CBA3D9C}" type="parTrans" cxnId="{79592F9E-29D8-4FF2-8FA6-BF17DEDB370B}">
      <dgm:prSet/>
      <dgm:spPr/>
      <dgm:t>
        <a:bodyPr/>
        <a:lstStyle/>
        <a:p>
          <a:endParaRPr lang="en-US" sz="1400"/>
        </a:p>
      </dgm:t>
    </dgm:pt>
    <dgm:pt modelId="{ED89ED7E-553F-4401-BCA0-DA95D37F77B3}" type="sibTrans" cxnId="{79592F9E-29D8-4FF2-8FA6-BF17DEDB370B}">
      <dgm:prSet/>
      <dgm:spPr/>
      <dgm:t>
        <a:bodyPr/>
        <a:lstStyle/>
        <a:p>
          <a:endParaRPr lang="en-US" sz="1400"/>
        </a:p>
      </dgm:t>
    </dgm:pt>
    <dgm:pt modelId="{D800BEE2-BA7C-446B-A5C2-9C6428A54515}">
      <dgm:prSet phldrT="[Text]" custT="1"/>
      <dgm:spPr/>
      <dgm:t>
        <a:bodyPr anchor="ctr" anchorCtr="0"/>
        <a:lstStyle/>
        <a:p>
          <a:r>
            <a:rPr lang="en-US" sz="2000" smtClean="0">
              <a:latin typeface="+mj-lt"/>
            </a:rPr>
            <a:t>Other</a:t>
          </a:r>
          <a:endParaRPr lang="en-US" sz="2000" dirty="0">
            <a:latin typeface="+mj-lt"/>
          </a:endParaRPr>
        </a:p>
      </dgm:t>
    </dgm:pt>
    <dgm:pt modelId="{C448124B-91AE-4D41-BFAC-2DC1B9027E14}" type="parTrans" cxnId="{FFAE5A32-C670-4068-98F2-BC70DD36F60E}">
      <dgm:prSet/>
      <dgm:spPr/>
      <dgm:t>
        <a:bodyPr/>
        <a:lstStyle/>
        <a:p>
          <a:endParaRPr lang="en-US" sz="1400"/>
        </a:p>
      </dgm:t>
    </dgm:pt>
    <dgm:pt modelId="{02E38EAA-75F8-48EF-8BD1-AD20EADD5977}" type="sibTrans" cxnId="{FFAE5A32-C670-4068-98F2-BC70DD36F60E}">
      <dgm:prSet/>
      <dgm:spPr/>
      <dgm:t>
        <a:bodyPr/>
        <a:lstStyle/>
        <a:p>
          <a:endParaRPr lang="en-US" sz="1400"/>
        </a:p>
      </dgm:t>
    </dgm:pt>
    <dgm:pt modelId="{89C504C0-D03B-42DB-A051-064B437A401C}" type="pres">
      <dgm:prSet presAssocID="{A340CCF0-5AE6-4CFB-AD34-25B0F55EEC7C}" presName="Name0" presStyleCnt="0">
        <dgm:presLayoutVars>
          <dgm:dir/>
          <dgm:animLvl val="lvl"/>
          <dgm:resizeHandles val="exact"/>
        </dgm:presLayoutVars>
      </dgm:prSet>
      <dgm:spPr/>
      <dgm:t>
        <a:bodyPr/>
        <a:lstStyle/>
        <a:p>
          <a:endParaRPr lang="en-US"/>
        </a:p>
      </dgm:t>
    </dgm:pt>
    <dgm:pt modelId="{5743F7C5-897A-42FB-B772-4B589DD87FC1}" type="pres">
      <dgm:prSet presAssocID="{B23F4277-E061-4A74-BDCF-3D4EBBBFC39A}" presName="linNode" presStyleCnt="0"/>
      <dgm:spPr/>
      <dgm:t>
        <a:bodyPr/>
        <a:lstStyle/>
        <a:p>
          <a:endParaRPr lang="en-US"/>
        </a:p>
      </dgm:t>
    </dgm:pt>
    <dgm:pt modelId="{D7B8A7D2-993A-4308-859F-68A1BFDC2A30}" type="pres">
      <dgm:prSet presAssocID="{B23F4277-E061-4A74-BDCF-3D4EBBBFC39A}" presName="parentText" presStyleLbl="node1" presStyleIdx="0" presStyleCnt="4">
        <dgm:presLayoutVars>
          <dgm:chMax val="1"/>
          <dgm:bulletEnabled val="1"/>
        </dgm:presLayoutVars>
      </dgm:prSet>
      <dgm:spPr/>
      <dgm:t>
        <a:bodyPr/>
        <a:lstStyle/>
        <a:p>
          <a:endParaRPr lang="en-US"/>
        </a:p>
      </dgm:t>
    </dgm:pt>
    <dgm:pt modelId="{399D13BF-8F4E-408D-9D64-128AF42D7D6B}" type="pres">
      <dgm:prSet presAssocID="{B23F4277-E061-4A74-BDCF-3D4EBBBFC39A}" presName="descendantText" presStyleLbl="alignAccFollowNode1" presStyleIdx="0" presStyleCnt="4">
        <dgm:presLayoutVars>
          <dgm:bulletEnabled val="1"/>
        </dgm:presLayoutVars>
      </dgm:prSet>
      <dgm:spPr/>
      <dgm:t>
        <a:bodyPr/>
        <a:lstStyle/>
        <a:p>
          <a:endParaRPr lang="en-US"/>
        </a:p>
      </dgm:t>
    </dgm:pt>
    <dgm:pt modelId="{65EDE29C-010B-4F40-AC51-E1DC9B92DAF1}" type="pres">
      <dgm:prSet presAssocID="{7AEE54A7-8EED-4C56-9748-F29758B84073}" presName="sp" presStyleCnt="0"/>
      <dgm:spPr/>
      <dgm:t>
        <a:bodyPr/>
        <a:lstStyle/>
        <a:p>
          <a:endParaRPr lang="en-US"/>
        </a:p>
      </dgm:t>
    </dgm:pt>
    <dgm:pt modelId="{61A715BB-4A05-4C3F-BFAA-477BD07AAFC3}" type="pres">
      <dgm:prSet presAssocID="{DAF51508-E6F5-4E68-85B1-E5457FE8EC14}" presName="linNode" presStyleCnt="0"/>
      <dgm:spPr/>
      <dgm:t>
        <a:bodyPr/>
        <a:lstStyle/>
        <a:p>
          <a:endParaRPr lang="en-US"/>
        </a:p>
      </dgm:t>
    </dgm:pt>
    <dgm:pt modelId="{21EE965C-1CAE-4A05-801D-6C7CEC886002}" type="pres">
      <dgm:prSet presAssocID="{DAF51508-E6F5-4E68-85B1-E5457FE8EC14}" presName="parentText" presStyleLbl="node1" presStyleIdx="1" presStyleCnt="4">
        <dgm:presLayoutVars>
          <dgm:chMax val="1"/>
          <dgm:bulletEnabled val="1"/>
        </dgm:presLayoutVars>
      </dgm:prSet>
      <dgm:spPr/>
      <dgm:t>
        <a:bodyPr/>
        <a:lstStyle/>
        <a:p>
          <a:endParaRPr lang="en-US"/>
        </a:p>
      </dgm:t>
    </dgm:pt>
    <dgm:pt modelId="{18195644-A865-4DCD-8378-C22010878489}" type="pres">
      <dgm:prSet presAssocID="{DAF51508-E6F5-4E68-85B1-E5457FE8EC14}" presName="descendantText" presStyleLbl="alignAccFollowNode1" presStyleIdx="1" presStyleCnt="4">
        <dgm:presLayoutVars>
          <dgm:bulletEnabled val="1"/>
        </dgm:presLayoutVars>
      </dgm:prSet>
      <dgm:spPr/>
      <dgm:t>
        <a:bodyPr/>
        <a:lstStyle/>
        <a:p>
          <a:endParaRPr lang="en-US"/>
        </a:p>
      </dgm:t>
    </dgm:pt>
    <dgm:pt modelId="{9BDC24EA-081D-4CA4-BC26-0586BD0BF47A}" type="pres">
      <dgm:prSet presAssocID="{3A5522DF-E11A-4932-9F73-A50087ABB334}" presName="sp" presStyleCnt="0"/>
      <dgm:spPr/>
      <dgm:t>
        <a:bodyPr/>
        <a:lstStyle/>
        <a:p>
          <a:endParaRPr lang="en-US"/>
        </a:p>
      </dgm:t>
    </dgm:pt>
    <dgm:pt modelId="{507B8C33-363C-4E99-962E-91EB81D529A1}" type="pres">
      <dgm:prSet presAssocID="{F227CE28-99EE-4531-BBE4-D826A75315A0}" presName="linNode" presStyleCnt="0"/>
      <dgm:spPr/>
      <dgm:t>
        <a:bodyPr/>
        <a:lstStyle/>
        <a:p>
          <a:endParaRPr lang="en-US"/>
        </a:p>
      </dgm:t>
    </dgm:pt>
    <dgm:pt modelId="{38D1A9F6-C2D8-4148-8DE5-E7F7BA085392}" type="pres">
      <dgm:prSet presAssocID="{F227CE28-99EE-4531-BBE4-D826A75315A0}" presName="parentText" presStyleLbl="node1" presStyleIdx="2" presStyleCnt="4">
        <dgm:presLayoutVars>
          <dgm:chMax val="1"/>
          <dgm:bulletEnabled val="1"/>
        </dgm:presLayoutVars>
      </dgm:prSet>
      <dgm:spPr/>
      <dgm:t>
        <a:bodyPr/>
        <a:lstStyle/>
        <a:p>
          <a:endParaRPr lang="en-US"/>
        </a:p>
      </dgm:t>
    </dgm:pt>
    <dgm:pt modelId="{E5199594-B742-4731-9B10-1B67E744364A}" type="pres">
      <dgm:prSet presAssocID="{F227CE28-99EE-4531-BBE4-D826A75315A0}" presName="descendantText" presStyleLbl="alignAccFollowNode1" presStyleIdx="2" presStyleCnt="4">
        <dgm:presLayoutVars>
          <dgm:bulletEnabled val="1"/>
        </dgm:presLayoutVars>
      </dgm:prSet>
      <dgm:spPr/>
      <dgm:t>
        <a:bodyPr/>
        <a:lstStyle/>
        <a:p>
          <a:endParaRPr lang="en-US"/>
        </a:p>
      </dgm:t>
    </dgm:pt>
    <dgm:pt modelId="{0F97605D-5557-4B16-8CB5-9E99C7EBAD77}" type="pres">
      <dgm:prSet presAssocID="{6AF07DAE-54D8-471B-803C-1F13A643D494}" presName="sp" presStyleCnt="0"/>
      <dgm:spPr/>
      <dgm:t>
        <a:bodyPr/>
        <a:lstStyle/>
        <a:p>
          <a:endParaRPr lang="en-US"/>
        </a:p>
      </dgm:t>
    </dgm:pt>
    <dgm:pt modelId="{C19B30F3-74CA-40DA-B4B0-E4988E053FED}" type="pres">
      <dgm:prSet presAssocID="{31D62F9D-61AE-4946-B044-1C0DA203AB06}" presName="linNode" presStyleCnt="0"/>
      <dgm:spPr/>
      <dgm:t>
        <a:bodyPr/>
        <a:lstStyle/>
        <a:p>
          <a:endParaRPr lang="en-US"/>
        </a:p>
      </dgm:t>
    </dgm:pt>
    <dgm:pt modelId="{EC3C538A-FDA2-4389-A8DE-2111E29F249F}" type="pres">
      <dgm:prSet presAssocID="{31D62F9D-61AE-4946-B044-1C0DA203AB06}" presName="parentText" presStyleLbl="node1" presStyleIdx="3" presStyleCnt="4">
        <dgm:presLayoutVars>
          <dgm:chMax val="1"/>
          <dgm:bulletEnabled val="1"/>
        </dgm:presLayoutVars>
      </dgm:prSet>
      <dgm:spPr/>
      <dgm:t>
        <a:bodyPr/>
        <a:lstStyle/>
        <a:p>
          <a:endParaRPr lang="en-US"/>
        </a:p>
      </dgm:t>
    </dgm:pt>
    <dgm:pt modelId="{13CED54D-2F2E-4BEF-B957-2AEBE4BC4E36}" type="pres">
      <dgm:prSet presAssocID="{31D62F9D-61AE-4946-B044-1C0DA203AB06}" presName="descendantText" presStyleLbl="alignAccFollowNode1" presStyleIdx="3" presStyleCnt="4">
        <dgm:presLayoutVars>
          <dgm:bulletEnabled val="1"/>
        </dgm:presLayoutVars>
      </dgm:prSet>
      <dgm:spPr/>
      <dgm:t>
        <a:bodyPr/>
        <a:lstStyle/>
        <a:p>
          <a:endParaRPr lang="en-US"/>
        </a:p>
      </dgm:t>
    </dgm:pt>
  </dgm:ptLst>
  <dgm:cxnLst>
    <dgm:cxn modelId="{6B3FDBC4-B2C4-4EC2-AA72-58228DD992BD}" type="presOf" srcId="{F227CE28-99EE-4531-BBE4-D826A75315A0}" destId="{38D1A9F6-C2D8-4148-8DE5-E7F7BA085392}" srcOrd="0" destOrd="0" presId="urn:microsoft.com/office/officeart/2005/8/layout/vList5"/>
    <dgm:cxn modelId="{22B7A821-ED6D-4842-86D5-7081A07E9CB9}" type="presOf" srcId="{DAF51508-E6F5-4E68-85B1-E5457FE8EC14}" destId="{21EE965C-1CAE-4A05-801D-6C7CEC886002}" srcOrd="0" destOrd="0" presId="urn:microsoft.com/office/officeart/2005/8/layout/vList5"/>
    <dgm:cxn modelId="{FFAE5A32-C670-4068-98F2-BC70DD36F60E}" srcId="{31D62F9D-61AE-4946-B044-1C0DA203AB06}" destId="{D800BEE2-BA7C-446B-A5C2-9C6428A54515}" srcOrd="0" destOrd="0" parTransId="{C448124B-91AE-4D41-BFAC-2DC1B9027E14}" sibTransId="{02E38EAA-75F8-48EF-8BD1-AD20EADD5977}"/>
    <dgm:cxn modelId="{BA86836A-90D1-49B6-88E0-6675CD170FA4}" type="presOf" srcId="{B23F4277-E061-4A74-BDCF-3D4EBBBFC39A}" destId="{D7B8A7D2-993A-4308-859F-68A1BFDC2A30}" srcOrd="0" destOrd="0" presId="urn:microsoft.com/office/officeart/2005/8/layout/vList5"/>
    <dgm:cxn modelId="{F6BAA1D1-F3BF-4061-9DFC-2A7073B1DE0B}" type="presOf" srcId="{D800BEE2-BA7C-446B-A5C2-9C6428A54515}" destId="{13CED54D-2F2E-4BEF-B957-2AEBE4BC4E36}" srcOrd="0" destOrd="0" presId="urn:microsoft.com/office/officeart/2005/8/layout/vList5"/>
    <dgm:cxn modelId="{3A3FFE66-8710-4FF7-9946-A20BCD87DDDF}" type="presOf" srcId="{A340CCF0-5AE6-4CFB-AD34-25B0F55EEC7C}" destId="{89C504C0-D03B-42DB-A051-064B437A401C}" srcOrd="0" destOrd="0" presId="urn:microsoft.com/office/officeart/2005/8/layout/vList5"/>
    <dgm:cxn modelId="{0E53EEEE-3C3B-4902-BF4C-F30F65E41AFF}" srcId="{A340CCF0-5AE6-4CFB-AD34-25B0F55EEC7C}" destId="{DAF51508-E6F5-4E68-85B1-E5457FE8EC14}" srcOrd="1" destOrd="0" parTransId="{C4338DF6-6357-4B11-8350-6DE33555E285}" sibTransId="{3A5522DF-E11A-4932-9F73-A50087ABB334}"/>
    <dgm:cxn modelId="{AEE122C9-AE62-4829-B76B-D32627404F27}" srcId="{F227CE28-99EE-4531-BBE4-D826A75315A0}" destId="{69155F46-0B55-4B95-834B-07919A371CD1}" srcOrd="0" destOrd="0" parTransId="{22CF25C1-4981-43E3-87A0-E6F6C158564E}" sibTransId="{4706AC0B-E253-41CB-86F3-057345063ABC}"/>
    <dgm:cxn modelId="{611B892B-1FE1-42E3-9A7A-698434D5DF03}" type="presOf" srcId="{76FE2376-AEF0-4C25-B8BD-C5F0F875B614}" destId="{18195644-A865-4DCD-8378-C22010878489}" srcOrd="0" destOrd="0" presId="urn:microsoft.com/office/officeart/2005/8/layout/vList5"/>
    <dgm:cxn modelId="{79592F9E-29D8-4FF2-8FA6-BF17DEDB370B}" srcId="{A340CCF0-5AE6-4CFB-AD34-25B0F55EEC7C}" destId="{31D62F9D-61AE-4946-B044-1C0DA203AB06}" srcOrd="3" destOrd="0" parTransId="{44002655-CBF0-424E-A44A-8C874CBA3D9C}" sibTransId="{ED89ED7E-553F-4401-BCA0-DA95D37F77B3}"/>
    <dgm:cxn modelId="{814CD180-71F1-42F1-849B-6AE771C27F47}" srcId="{DAF51508-E6F5-4E68-85B1-E5457FE8EC14}" destId="{76FE2376-AEF0-4C25-B8BD-C5F0F875B614}" srcOrd="0" destOrd="0" parTransId="{7D383471-E1E2-4E91-BCE2-631648AB20E0}" sibTransId="{0890E4CF-AAEB-4332-B9D9-55B456D12EBA}"/>
    <dgm:cxn modelId="{3D625832-0D8D-4127-A639-466EC4A57342}" type="presOf" srcId="{31D62F9D-61AE-4946-B044-1C0DA203AB06}" destId="{EC3C538A-FDA2-4389-A8DE-2111E29F249F}" srcOrd="0" destOrd="0" presId="urn:microsoft.com/office/officeart/2005/8/layout/vList5"/>
    <dgm:cxn modelId="{25CF23E3-87E1-471D-A178-32BC10378BA1}" type="presOf" srcId="{69155F46-0B55-4B95-834B-07919A371CD1}" destId="{E5199594-B742-4731-9B10-1B67E744364A}" srcOrd="0" destOrd="0" presId="urn:microsoft.com/office/officeart/2005/8/layout/vList5"/>
    <dgm:cxn modelId="{F4BC14D6-33B8-4D38-91E7-031124953E74}" type="presOf" srcId="{7E0C4C1C-544F-4A2C-9B9D-3BA765CEDAED}" destId="{399D13BF-8F4E-408D-9D64-128AF42D7D6B}"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DA4AAB47-9657-4EC1-A8DC-CF211CD1DF4D}" srcId="{A340CCF0-5AE6-4CFB-AD34-25B0F55EEC7C}" destId="{F227CE28-99EE-4531-BBE4-D826A75315A0}" srcOrd="2" destOrd="0" parTransId="{E2EF5D2B-D0A5-4C30-8C69-17E304ED3993}" sibTransId="{6AF07DAE-54D8-471B-803C-1F13A643D494}"/>
    <dgm:cxn modelId="{53BFBC20-5253-4C4C-86E5-BDC0B4ED8967}" srcId="{A340CCF0-5AE6-4CFB-AD34-25B0F55EEC7C}" destId="{B23F4277-E061-4A74-BDCF-3D4EBBBFC39A}" srcOrd="0" destOrd="0" parTransId="{2AF90D64-0154-4F01-8F77-58BFDC8F6A74}" sibTransId="{7AEE54A7-8EED-4C56-9748-F29758B84073}"/>
    <dgm:cxn modelId="{6DB600CB-BB24-45A2-8C10-7A05E1C97852}" type="presParOf" srcId="{89C504C0-D03B-42DB-A051-064B437A401C}" destId="{5743F7C5-897A-42FB-B772-4B589DD87FC1}" srcOrd="0" destOrd="0" presId="urn:microsoft.com/office/officeart/2005/8/layout/vList5"/>
    <dgm:cxn modelId="{CAEA3AD5-D29C-4888-A7D9-7E533FE9D365}" type="presParOf" srcId="{5743F7C5-897A-42FB-B772-4B589DD87FC1}" destId="{D7B8A7D2-993A-4308-859F-68A1BFDC2A30}" srcOrd="0" destOrd="0" presId="urn:microsoft.com/office/officeart/2005/8/layout/vList5"/>
    <dgm:cxn modelId="{3F0EAA58-50F1-491D-BCD0-029E5DD47C6A}" type="presParOf" srcId="{5743F7C5-897A-42FB-B772-4B589DD87FC1}" destId="{399D13BF-8F4E-408D-9D64-128AF42D7D6B}" srcOrd="1" destOrd="0" presId="urn:microsoft.com/office/officeart/2005/8/layout/vList5"/>
    <dgm:cxn modelId="{6F04D33F-0478-4995-B42C-C8476C4DCAF3}" type="presParOf" srcId="{89C504C0-D03B-42DB-A051-064B437A401C}" destId="{65EDE29C-010B-4F40-AC51-E1DC9B92DAF1}" srcOrd="1" destOrd="0" presId="urn:microsoft.com/office/officeart/2005/8/layout/vList5"/>
    <dgm:cxn modelId="{4A8C8302-8877-4359-931D-03823FBB838C}" type="presParOf" srcId="{89C504C0-D03B-42DB-A051-064B437A401C}" destId="{61A715BB-4A05-4C3F-BFAA-477BD07AAFC3}" srcOrd="2" destOrd="0" presId="urn:microsoft.com/office/officeart/2005/8/layout/vList5"/>
    <dgm:cxn modelId="{D266E80E-1CB9-4BE1-912C-37E4A820B712}" type="presParOf" srcId="{61A715BB-4A05-4C3F-BFAA-477BD07AAFC3}" destId="{21EE965C-1CAE-4A05-801D-6C7CEC886002}" srcOrd="0" destOrd="0" presId="urn:microsoft.com/office/officeart/2005/8/layout/vList5"/>
    <dgm:cxn modelId="{182478D8-93F6-45AD-9F99-19DF390EC134}" type="presParOf" srcId="{61A715BB-4A05-4C3F-BFAA-477BD07AAFC3}" destId="{18195644-A865-4DCD-8378-C22010878489}" srcOrd="1" destOrd="0" presId="urn:microsoft.com/office/officeart/2005/8/layout/vList5"/>
    <dgm:cxn modelId="{1D4956DA-D9B2-4D01-8375-86B93A316927}" type="presParOf" srcId="{89C504C0-D03B-42DB-A051-064B437A401C}" destId="{9BDC24EA-081D-4CA4-BC26-0586BD0BF47A}" srcOrd="3" destOrd="0" presId="urn:microsoft.com/office/officeart/2005/8/layout/vList5"/>
    <dgm:cxn modelId="{D93CEFBA-776B-46C0-B72B-D915D959E113}" type="presParOf" srcId="{89C504C0-D03B-42DB-A051-064B437A401C}" destId="{507B8C33-363C-4E99-962E-91EB81D529A1}" srcOrd="4" destOrd="0" presId="urn:microsoft.com/office/officeart/2005/8/layout/vList5"/>
    <dgm:cxn modelId="{38874604-A2D1-43A5-83F8-562BCEBC611C}" type="presParOf" srcId="{507B8C33-363C-4E99-962E-91EB81D529A1}" destId="{38D1A9F6-C2D8-4148-8DE5-E7F7BA085392}" srcOrd="0" destOrd="0" presId="urn:microsoft.com/office/officeart/2005/8/layout/vList5"/>
    <dgm:cxn modelId="{17A21B78-247C-45FA-AFBC-CEE6C1E31F69}" type="presParOf" srcId="{507B8C33-363C-4E99-962E-91EB81D529A1}" destId="{E5199594-B742-4731-9B10-1B67E744364A}" srcOrd="1" destOrd="0" presId="urn:microsoft.com/office/officeart/2005/8/layout/vList5"/>
    <dgm:cxn modelId="{7C499486-D1B9-4303-A8FA-432078C7EADA}" type="presParOf" srcId="{89C504C0-D03B-42DB-A051-064B437A401C}" destId="{0F97605D-5557-4B16-8CB5-9E99C7EBAD77}" srcOrd="5" destOrd="0" presId="urn:microsoft.com/office/officeart/2005/8/layout/vList5"/>
    <dgm:cxn modelId="{1AC21EEF-75FD-4D41-A925-E3E9A8ED49C9}" type="presParOf" srcId="{89C504C0-D03B-42DB-A051-064B437A401C}" destId="{C19B30F3-74CA-40DA-B4B0-E4988E053FED}" srcOrd="6" destOrd="0" presId="urn:microsoft.com/office/officeart/2005/8/layout/vList5"/>
    <dgm:cxn modelId="{7494DEE0-521B-44FF-90B5-16CED711B36E}" type="presParOf" srcId="{C19B30F3-74CA-40DA-B4B0-E4988E053FED}" destId="{EC3C538A-FDA2-4389-A8DE-2111E29F249F}" srcOrd="0" destOrd="0" presId="urn:microsoft.com/office/officeart/2005/8/layout/vList5"/>
    <dgm:cxn modelId="{3A5BBE21-B8F4-4A3A-8CA2-8B2F5FB50849}" type="presParOf" srcId="{C19B30F3-74CA-40DA-B4B0-E4988E053FED}" destId="{13CED54D-2F2E-4BEF-B957-2AEBE4BC4E36}"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340CCF0-5AE6-4CFB-AD34-25B0F55EEC7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23F4277-E061-4A74-BDCF-3D4EBBBFC39A}">
      <dgm:prSet phldrT="[Text]" custT="1"/>
      <dgm:spPr/>
      <dgm:t>
        <a:bodyPr/>
        <a:lstStyle/>
        <a:p>
          <a:r>
            <a:rPr lang="en-US" sz="3200" smtClean="0"/>
            <a:t>A</a:t>
          </a:r>
          <a:endParaRPr lang="en-US" sz="3200" dirty="0"/>
        </a:p>
      </dgm:t>
    </dgm:pt>
    <dgm:pt modelId="{2AF90D64-0154-4F01-8F77-58BFDC8F6A74}" type="parTrans" cxnId="{53BFBC20-5253-4C4C-86E5-BDC0B4ED8967}">
      <dgm:prSet/>
      <dgm:spPr/>
      <dgm:t>
        <a:bodyPr/>
        <a:lstStyle/>
        <a:p>
          <a:endParaRPr lang="en-US" sz="1100">
            <a:solidFill>
              <a:schemeClr val="bg1"/>
            </a:solidFill>
          </a:endParaRPr>
        </a:p>
      </dgm:t>
    </dgm:pt>
    <dgm:pt modelId="{7AEE54A7-8EED-4C56-9748-F29758B84073}" type="sibTrans" cxnId="{53BFBC20-5253-4C4C-86E5-BDC0B4ED8967}">
      <dgm:prSet/>
      <dgm:spPr/>
      <dgm:t>
        <a:bodyPr/>
        <a:lstStyle/>
        <a:p>
          <a:endParaRPr lang="en-US" sz="1100">
            <a:solidFill>
              <a:schemeClr val="bg1"/>
            </a:solidFill>
          </a:endParaRPr>
        </a:p>
      </dgm:t>
    </dgm:pt>
    <dgm:pt modelId="{7E0C4C1C-544F-4A2C-9B9D-3BA765CEDAED}">
      <dgm:prSet phldrT="[Text]" custT="1"/>
      <dgm:spPr/>
      <dgm:t>
        <a:bodyPr anchor="ctr" anchorCtr="0"/>
        <a:lstStyle/>
        <a:p>
          <a:r>
            <a:rPr lang="en-US" sz="1800" smtClean="0">
              <a:latin typeface="+mj-lt"/>
            </a:rPr>
            <a:t>Isolate the compromised server</a:t>
          </a:r>
          <a:endParaRPr lang="en-US" sz="1800" dirty="0">
            <a:latin typeface="+mj-lt"/>
          </a:endParaRPr>
        </a:p>
      </dgm:t>
    </dgm:pt>
    <dgm:pt modelId="{E4E194C5-D58B-4963-8403-0E29CC7C91C0}" type="parTrans" cxnId="{E15AFC2F-0AB7-477A-8CAC-8F3A56FEEA79}">
      <dgm:prSet/>
      <dgm:spPr/>
      <dgm:t>
        <a:bodyPr/>
        <a:lstStyle/>
        <a:p>
          <a:endParaRPr lang="en-US" sz="1100">
            <a:solidFill>
              <a:schemeClr val="bg1"/>
            </a:solidFill>
          </a:endParaRPr>
        </a:p>
      </dgm:t>
    </dgm:pt>
    <dgm:pt modelId="{7E999C5D-E89B-4F7C-B5B1-35125D273C10}" type="sibTrans" cxnId="{E15AFC2F-0AB7-477A-8CAC-8F3A56FEEA79}">
      <dgm:prSet/>
      <dgm:spPr/>
      <dgm:t>
        <a:bodyPr/>
        <a:lstStyle/>
        <a:p>
          <a:endParaRPr lang="en-US" sz="1100">
            <a:solidFill>
              <a:schemeClr val="bg1"/>
            </a:solidFill>
          </a:endParaRPr>
        </a:p>
      </dgm:t>
    </dgm:pt>
    <dgm:pt modelId="{DAF51508-E6F5-4E68-85B1-E5457FE8EC14}">
      <dgm:prSet phldrT="[Text]" custT="1"/>
      <dgm:spPr/>
      <dgm:t>
        <a:bodyPr/>
        <a:lstStyle/>
        <a:p>
          <a:r>
            <a:rPr lang="en-US" sz="3200" smtClean="0"/>
            <a:t>B</a:t>
          </a:r>
          <a:endParaRPr lang="en-US" sz="3200" dirty="0"/>
        </a:p>
      </dgm:t>
    </dgm:pt>
    <dgm:pt modelId="{C4338DF6-6357-4B11-8350-6DE33555E285}" type="parTrans" cxnId="{0E53EEEE-3C3B-4902-BF4C-F30F65E41AFF}">
      <dgm:prSet/>
      <dgm:spPr/>
      <dgm:t>
        <a:bodyPr/>
        <a:lstStyle/>
        <a:p>
          <a:endParaRPr lang="en-US" sz="1100">
            <a:solidFill>
              <a:schemeClr val="bg1"/>
            </a:solidFill>
          </a:endParaRPr>
        </a:p>
      </dgm:t>
    </dgm:pt>
    <dgm:pt modelId="{3A5522DF-E11A-4932-9F73-A50087ABB334}" type="sibTrans" cxnId="{0E53EEEE-3C3B-4902-BF4C-F30F65E41AFF}">
      <dgm:prSet/>
      <dgm:spPr/>
      <dgm:t>
        <a:bodyPr/>
        <a:lstStyle/>
        <a:p>
          <a:endParaRPr lang="en-US" sz="1100">
            <a:solidFill>
              <a:schemeClr val="bg1"/>
            </a:solidFill>
          </a:endParaRPr>
        </a:p>
      </dgm:t>
    </dgm:pt>
    <dgm:pt modelId="{76FE2376-AEF0-4C25-B8BD-C5F0F875B614}">
      <dgm:prSet phldrT="[Text]" custT="1"/>
      <dgm:spPr/>
      <dgm:t>
        <a:bodyPr anchor="ctr" anchorCtr="0"/>
        <a:lstStyle/>
        <a:p>
          <a:r>
            <a:rPr lang="en-US" sz="1800" smtClean="0">
              <a:latin typeface="+mj-lt"/>
            </a:rPr>
            <a:t>Force change of passwords for all users</a:t>
          </a:r>
          <a:endParaRPr lang="en-US" sz="1800" dirty="0">
            <a:latin typeface="+mj-lt"/>
          </a:endParaRPr>
        </a:p>
      </dgm:t>
    </dgm:pt>
    <dgm:pt modelId="{7D383471-E1E2-4E91-BCE2-631648AB20E0}" type="parTrans" cxnId="{814CD180-71F1-42F1-849B-6AE771C27F47}">
      <dgm:prSet/>
      <dgm:spPr/>
      <dgm:t>
        <a:bodyPr/>
        <a:lstStyle/>
        <a:p>
          <a:endParaRPr lang="en-US" sz="1100">
            <a:solidFill>
              <a:schemeClr val="bg1"/>
            </a:solidFill>
          </a:endParaRPr>
        </a:p>
      </dgm:t>
    </dgm:pt>
    <dgm:pt modelId="{0890E4CF-AAEB-4332-B9D9-55B456D12EBA}" type="sibTrans" cxnId="{814CD180-71F1-42F1-849B-6AE771C27F47}">
      <dgm:prSet/>
      <dgm:spPr/>
      <dgm:t>
        <a:bodyPr/>
        <a:lstStyle/>
        <a:p>
          <a:endParaRPr lang="en-US" sz="1100">
            <a:solidFill>
              <a:schemeClr val="bg1"/>
            </a:solidFill>
          </a:endParaRPr>
        </a:p>
      </dgm:t>
    </dgm:pt>
    <dgm:pt modelId="{F227CE28-99EE-4531-BBE4-D826A75315A0}">
      <dgm:prSet phldrT="[Text]" custT="1"/>
      <dgm:spPr/>
      <dgm:t>
        <a:bodyPr/>
        <a:lstStyle/>
        <a:p>
          <a:r>
            <a:rPr lang="en-US" sz="2400" b="0" smtClean="0">
              <a:latin typeface="+mj-lt"/>
            </a:rPr>
            <a:t>C</a:t>
          </a:r>
          <a:endParaRPr lang="en-US" sz="2400" b="0" dirty="0">
            <a:latin typeface="+mj-lt"/>
          </a:endParaRPr>
        </a:p>
      </dgm:t>
    </dgm:pt>
    <dgm:pt modelId="{E2EF5D2B-D0A5-4C30-8C69-17E304ED3993}" type="parTrans" cxnId="{DA4AAB47-9657-4EC1-A8DC-CF211CD1DF4D}">
      <dgm:prSet/>
      <dgm:spPr/>
      <dgm:t>
        <a:bodyPr/>
        <a:lstStyle/>
        <a:p>
          <a:endParaRPr lang="en-US" sz="1100">
            <a:solidFill>
              <a:schemeClr val="bg1"/>
            </a:solidFill>
          </a:endParaRPr>
        </a:p>
      </dgm:t>
    </dgm:pt>
    <dgm:pt modelId="{6AF07DAE-54D8-471B-803C-1F13A643D494}" type="sibTrans" cxnId="{DA4AAB47-9657-4EC1-A8DC-CF211CD1DF4D}">
      <dgm:prSet/>
      <dgm:spPr/>
      <dgm:t>
        <a:bodyPr/>
        <a:lstStyle/>
        <a:p>
          <a:endParaRPr lang="en-US" sz="1100">
            <a:solidFill>
              <a:schemeClr val="bg1"/>
            </a:solidFill>
          </a:endParaRPr>
        </a:p>
      </dgm:t>
    </dgm:pt>
    <dgm:pt modelId="{69155F46-0B55-4B95-834B-07919A371CD1}">
      <dgm:prSet phldrT="[Text]" custT="1"/>
      <dgm:spPr/>
      <dgm:t>
        <a:bodyPr anchor="ctr" anchorCtr="0"/>
        <a:lstStyle/>
        <a:p>
          <a:r>
            <a:rPr lang="en-US" sz="1800" smtClean="0">
              <a:latin typeface="+mj-lt"/>
            </a:rPr>
            <a:t>Rebuild the server, including updating and patching</a:t>
          </a:r>
          <a:endParaRPr lang="en-US" sz="1800" dirty="0">
            <a:latin typeface="+mj-lt"/>
          </a:endParaRPr>
        </a:p>
      </dgm:t>
    </dgm:pt>
    <dgm:pt modelId="{22CF25C1-4981-43E3-87A0-E6F6C158564E}" type="parTrans" cxnId="{AEE122C9-AE62-4829-B76B-D32627404F27}">
      <dgm:prSet/>
      <dgm:spPr/>
      <dgm:t>
        <a:bodyPr/>
        <a:lstStyle/>
        <a:p>
          <a:endParaRPr lang="en-US" sz="1100">
            <a:solidFill>
              <a:schemeClr val="bg1"/>
            </a:solidFill>
          </a:endParaRPr>
        </a:p>
      </dgm:t>
    </dgm:pt>
    <dgm:pt modelId="{4706AC0B-E253-41CB-86F3-057345063ABC}" type="sibTrans" cxnId="{AEE122C9-AE62-4829-B76B-D32627404F27}">
      <dgm:prSet/>
      <dgm:spPr/>
      <dgm:t>
        <a:bodyPr/>
        <a:lstStyle/>
        <a:p>
          <a:endParaRPr lang="en-US" sz="1100">
            <a:solidFill>
              <a:schemeClr val="bg1"/>
            </a:solidFill>
          </a:endParaRPr>
        </a:p>
      </dgm:t>
    </dgm:pt>
    <dgm:pt modelId="{44C81567-38C9-4E2A-A5F8-F577E7B731B8}">
      <dgm:prSet phldrT="[Text]" custT="1"/>
      <dgm:spPr/>
      <dgm:t>
        <a:bodyPr anchor="ctr" anchorCtr="0"/>
        <a:lstStyle/>
        <a:p>
          <a:r>
            <a:rPr lang="en-US" sz="1800" smtClean="0">
              <a:latin typeface="+mj-lt"/>
            </a:rPr>
            <a:t>Monitor network traffic</a:t>
          </a:r>
          <a:endParaRPr lang="en-US" sz="1800" dirty="0">
            <a:latin typeface="+mj-lt"/>
          </a:endParaRPr>
        </a:p>
      </dgm:t>
    </dgm:pt>
    <dgm:pt modelId="{345C8BD9-82F4-4EF3-8EAC-CF460FA13B0C}" type="parTrans" cxnId="{806640AF-6017-4E35-858D-99439F3BE022}">
      <dgm:prSet/>
      <dgm:spPr/>
      <dgm:t>
        <a:bodyPr/>
        <a:lstStyle/>
        <a:p>
          <a:endParaRPr lang="en-US" sz="1400"/>
        </a:p>
      </dgm:t>
    </dgm:pt>
    <dgm:pt modelId="{8EDA5B6D-C43B-41F2-9DF1-900ACBD55EC9}" type="sibTrans" cxnId="{806640AF-6017-4E35-858D-99439F3BE022}">
      <dgm:prSet/>
      <dgm:spPr/>
      <dgm:t>
        <a:bodyPr/>
        <a:lstStyle/>
        <a:p>
          <a:endParaRPr lang="en-US" sz="1400"/>
        </a:p>
      </dgm:t>
    </dgm:pt>
    <dgm:pt modelId="{10A8DDA4-6B97-41F0-830C-036F980F1F25}">
      <dgm:prSet phldrT="[Text]" custT="1"/>
      <dgm:spPr/>
      <dgm:t>
        <a:bodyPr/>
        <a:lstStyle/>
        <a:p>
          <a:r>
            <a:rPr lang="en-US" sz="2400" b="0" smtClean="0">
              <a:latin typeface="+mj-lt"/>
            </a:rPr>
            <a:t>D</a:t>
          </a:r>
          <a:endParaRPr lang="en-US" sz="2400" b="0" dirty="0">
            <a:latin typeface="+mj-lt"/>
          </a:endParaRPr>
        </a:p>
      </dgm:t>
    </dgm:pt>
    <dgm:pt modelId="{45092E9C-CF0F-4669-B2A8-0744E43590EC}" type="parTrans" cxnId="{4F32EFCC-6088-4DE8-85AC-5AF72AC5E81A}">
      <dgm:prSet/>
      <dgm:spPr/>
      <dgm:t>
        <a:bodyPr/>
        <a:lstStyle/>
        <a:p>
          <a:endParaRPr lang="en-US" sz="1400"/>
        </a:p>
      </dgm:t>
    </dgm:pt>
    <dgm:pt modelId="{27378BC8-FCC6-4598-BB24-3C32ED98DFB2}" type="sibTrans" cxnId="{4F32EFCC-6088-4DE8-85AC-5AF72AC5E81A}">
      <dgm:prSet/>
      <dgm:spPr/>
      <dgm:t>
        <a:bodyPr/>
        <a:lstStyle/>
        <a:p>
          <a:endParaRPr lang="en-US" sz="1400"/>
        </a:p>
      </dgm:t>
    </dgm:pt>
    <dgm:pt modelId="{327966E0-6D42-4DD7-9AF2-7C24C419AE52}">
      <dgm:prSet phldrT="[Text]" custT="1"/>
      <dgm:spPr/>
      <dgm:t>
        <a:bodyPr/>
        <a:lstStyle/>
        <a:p>
          <a:r>
            <a:rPr lang="en-US" sz="2400" b="0" smtClean="0">
              <a:latin typeface="+mj-lt"/>
            </a:rPr>
            <a:t>E</a:t>
          </a:r>
          <a:endParaRPr lang="en-US" sz="2400" b="0" dirty="0">
            <a:latin typeface="+mj-lt"/>
          </a:endParaRPr>
        </a:p>
      </dgm:t>
    </dgm:pt>
    <dgm:pt modelId="{8CED7BDA-F4F5-46EE-AD26-9729E87E1EDC}" type="parTrans" cxnId="{87470B3C-17A5-4D6D-8F7D-A9F14254BAFB}">
      <dgm:prSet/>
      <dgm:spPr/>
      <dgm:t>
        <a:bodyPr/>
        <a:lstStyle/>
        <a:p>
          <a:endParaRPr lang="en-US" sz="1400"/>
        </a:p>
      </dgm:t>
    </dgm:pt>
    <dgm:pt modelId="{B9C67B89-F440-4C63-94FA-3DB22083D351}" type="sibTrans" cxnId="{87470B3C-17A5-4D6D-8F7D-A9F14254BAFB}">
      <dgm:prSet/>
      <dgm:spPr/>
      <dgm:t>
        <a:bodyPr/>
        <a:lstStyle/>
        <a:p>
          <a:endParaRPr lang="en-US" sz="1400"/>
        </a:p>
      </dgm:t>
    </dgm:pt>
    <dgm:pt modelId="{661D5167-F04A-4FF7-ADC1-D4268235EBD0}">
      <dgm:prSet phldrT="[Text]" custT="1"/>
      <dgm:spPr/>
      <dgm:t>
        <a:bodyPr anchor="ctr" anchorCtr="0"/>
        <a:lstStyle/>
        <a:p>
          <a:r>
            <a:rPr lang="en-US" sz="1800" smtClean="0">
              <a:latin typeface="+mj-lt"/>
            </a:rPr>
            <a:t>Review firewall settings</a:t>
          </a:r>
          <a:endParaRPr lang="en-US" sz="1800" dirty="0">
            <a:latin typeface="+mj-lt"/>
          </a:endParaRPr>
        </a:p>
      </dgm:t>
    </dgm:pt>
    <dgm:pt modelId="{0A955E8C-BB8E-4F61-8208-8A4CB16862D5}" type="parTrans" cxnId="{E9894609-4BDA-4FAC-9F5F-5999F219F98F}">
      <dgm:prSet/>
      <dgm:spPr/>
      <dgm:t>
        <a:bodyPr/>
        <a:lstStyle/>
        <a:p>
          <a:endParaRPr lang="en-US" sz="1400"/>
        </a:p>
      </dgm:t>
    </dgm:pt>
    <dgm:pt modelId="{EDE0370F-8054-470A-A456-1E022950A740}" type="sibTrans" cxnId="{E9894609-4BDA-4FAC-9F5F-5999F219F98F}">
      <dgm:prSet/>
      <dgm:spPr/>
      <dgm:t>
        <a:bodyPr/>
        <a:lstStyle/>
        <a:p>
          <a:endParaRPr lang="en-US" sz="1400"/>
        </a:p>
      </dgm:t>
    </dgm:pt>
    <dgm:pt modelId="{BE0A6930-CBCF-4955-98C7-4C5674575D72}">
      <dgm:prSet phldrT="[Text]" custT="1"/>
      <dgm:spPr/>
      <dgm:t>
        <a:bodyPr/>
        <a:lstStyle/>
        <a:p>
          <a:r>
            <a:rPr lang="en-US" sz="2400" b="0" smtClean="0">
              <a:latin typeface="+mj-lt"/>
            </a:rPr>
            <a:t>F</a:t>
          </a:r>
          <a:endParaRPr lang="en-US" sz="2400" b="0" dirty="0">
            <a:latin typeface="+mj-lt"/>
          </a:endParaRPr>
        </a:p>
      </dgm:t>
    </dgm:pt>
    <dgm:pt modelId="{93CF2D00-64BF-4B00-8222-4091FAD9A877}" type="parTrans" cxnId="{B9B3D37C-3A66-4BB2-A167-C744D59463D6}">
      <dgm:prSet/>
      <dgm:spPr/>
      <dgm:t>
        <a:bodyPr/>
        <a:lstStyle/>
        <a:p>
          <a:endParaRPr lang="en-US" sz="1400"/>
        </a:p>
      </dgm:t>
    </dgm:pt>
    <dgm:pt modelId="{38F01052-8AA4-4FFA-8666-E01B60EB5260}" type="sibTrans" cxnId="{B9B3D37C-3A66-4BB2-A167-C744D59463D6}">
      <dgm:prSet/>
      <dgm:spPr/>
      <dgm:t>
        <a:bodyPr/>
        <a:lstStyle/>
        <a:p>
          <a:endParaRPr lang="en-US" sz="1400"/>
        </a:p>
      </dgm:t>
    </dgm:pt>
    <dgm:pt modelId="{88ECBC31-E864-4C83-A746-D258AA8FC8B3}">
      <dgm:prSet phldrT="[Text]" custT="1"/>
      <dgm:spPr/>
      <dgm:t>
        <a:bodyPr anchor="ctr" anchorCtr="0"/>
        <a:lstStyle/>
        <a:p>
          <a:r>
            <a:rPr lang="en-US" sz="1800" smtClean="0">
              <a:latin typeface="+mj-lt"/>
            </a:rPr>
            <a:t>Inform users that their data have been leaked</a:t>
          </a:r>
          <a:endParaRPr lang="en-US" sz="1800" dirty="0">
            <a:latin typeface="+mj-lt"/>
          </a:endParaRPr>
        </a:p>
      </dgm:t>
    </dgm:pt>
    <dgm:pt modelId="{9C0F4C14-E753-4B55-85AF-C6E142F35367}" type="parTrans" cxnId="{3AF54992-3F2F-4C73-A292-E49CB6B996C8}">
      <dgm:prSet/>
      <dgm:spPr/>
      <dgm:t>
        <a:bodyPr/>
        <a:lstStyle/>
        <a:p>
          <a:endParaRPr lang="en-US" sz="1400"/>
        </a:p>
      </dgm:t>
    </dgm:pt>
    <dgm:pt modelId="{88750314-2B48-4FDB-B695-DE2B35AC26C0}" type="sibTrans" cxnId="{3AF54992-3F2F-4C73-A292-E49CB6B996C8}">
      <dgm:prSet/>
      <dgm:spPr/>
      <dgm:t>
        <a:bodyPr/>
        <a:lstStyle/>
        <a:p>
          <a:endParaRPr lang="en-US" sz="1400"/>
        </a:p>
      </dgm:t>
    </dgm:pt>
    <dgm:pt modelId="{EA8BB6F6-CBE2-4F22-B76D-72B310E1FD2E}">
      <dgm:prSet phldrT="[Text]" custT="1"/>
      <dgm:spPr/>
      <dgm:t>
        <a:bodyPr/>
        <a:lstStyle/>
        <a:p>
          <a:r>
            <a:rPr lang="en-US" sz="2400" b="0" smtClean="0">
              <a:latin typeface="+mj-lt"/>
            </a:rPr>
            <a:t>H</a:t>
          </a:r>
          <a:endParaRPr lang="en-US" sz="2400" b="0" dirty="0">
            <a:latin typeface="+mj-lt"/>
          </a:endParaRPr>
        </a:p>
      </dgm:t>
    </dgm:pt>
    <dgm:pt modelId="{650A23F6-8CE5-4CEB-93B8-EEB2DA07C2ED}" type="parTrans" cxnId="{AEF77757-C530-417E-BD8C-B0DA0F0A063D}">
      <dgm:prSet/>
      <dgm:spPr/>
      <dgm:t>
        <a:bodyPr/>
        <a:lstStyle/>
        <a:p>
          <a:endParaRPr lang="en-US" sz="1400"/>
        </a:p>
      </dgm:t>
    </dgm:pt>
    <dgm:pt modelId="{1741931F-9732-4A95-A4FD-FF3A159E34A3}" type="sibTrans" cxnId="{AEF77757-C530-417E-BD8C-B0DA0F0A063D}">
      <dgm:prSet/>
      <dgm:spPr/>
      <dgm:t>
        <a:bodyPr/>
        <a:lstStyle/>
        <a:p>
          <a:endParaRPr lang="en-US" sz="1400"/>
        </a:p>
      </dgm:t>
    </dgm:pt>
    <dgm:pt modelId="{27186113-4FAC-42DD-BF7D-7991915726AB}">
      <dgm:prSet phldrT="[Text]" custT="1"/>
      <dgm:spPr/>
      <dgm:t>
        <a:bodyPr anchor="ctr" anchorCtr="0"/>
        <a:lstStyle/>
        <a:p>
          <a:r>
            <a:rPr lang="en-US" sz="1800" smtClean="0">
              <a:latin typeface="+mj-lt"/>
            </a:rPr>
            <a:t>Other</a:t>
          </a:r>
          <a:endParaRPr lang="en-US" sz="1800" dirty="0">
            <a:latin typeface="+mj-lt"/>
          </a:endParaRPr>
        </a:p>
      </dgm:t>
    </dgm:pt>
    <dgm:pt modelId="{04E59B5B-411B-4960-ACFC-BB6373447E1E}" type="parTrans" cxnId="{09255F83-02BA-42D8-B917-AB30682D24A8}">
      <dgm:prSet/>
      <dgm:spPr/>
      <dgm:t>
        <a:bodyPr/>
        <a:lstStyle/>
        <a:p>
          <a:endParaRPr lang="en-US" sz="1400"/>
        </a:p>
      </dgm:t>
    </dgm:pt>
    <dgm:pt modelId="{1DB0E71A-8C44-493E-AC06-11A20E53C309}" type="sibTrans" cxnId="{09255F83-02BA-42D8-B917-AB30682D24A8}">
      <dgm:prSet/>
      <dgm:spPr/>
      <dgm:t>
        <a:bodyPr/>
        <a:lstStyle/>
        <a:p>
          <a:endParaRPr lang="en-US" sz="1400"/>
        </a:p>
      </dgm:t>
    </dgm:pt>
    <dgm:pt modelId="{F569360C-83C9-4A57-B2CE-C5557D876EC7}">
      <dgm:prSet phldrT="[Text]" custT="1"/>
      <dgm:spPr/>
      <dgm:t>
        <a:bodyPr/>
        <a:lstStyle/>
        <a:p>
          <a:r>
            <a:rPr lang="en-US" sz="1800" b="0" smtClean="0">
              <a:latin typeface="+mj-lt"/>
            </a:rPr>
            <a:t>Analyse data included in the tickets</a:t>
          </a:r>
          <a:endParaRPr lang="en-US" sz="1800" b="0" dirty="0">
            <a:latin typeface="+mj-lt"/>
          </a:endParaRPr>
        </a:p>
      </dgm:t>
    </dgm:pt>
    <dgm:pt modelId="{FFFCA3F3-9377-4D3B-912A-93CB862150CD}" type="parTrans" cxnId="{4823E42B-A88D-470C-A3A2-E81ACD8AB057}">
      <dgm:prSet/>
      <dgm:spPr/>
      <dgm:t>
        <a:bodyPr/>
        <a:lstStyle/>
        <a:p>
          <a:endParaRPr lang="en-US" sz="1400"/>
        </a:p>
      </dgm:t>
    </dgm:pt>
    <dgm:pt modelId="{2C84F871-AE5C-4085-905C-3E48275BE53B}" type="sibTrans" cxnId="{4823E42B-A88D-470C-A3A2-E81ACD8AB057}">
      <dgm:prSet/>
      <dgm:spPr/>
      <dgm:t>
        <a:bodyPr/>
        <a:lstStyle/>
        <a:p>
          <a:endParaRPr lang="en-US" sz="1400"/>
        </a:p>
      </dgm:t>
    </dgm:pt>
    <dgm:pt modelId="{9B8C3F7C-2AE9-4F4A-8D04-4F5BE44DA26B}">
      <dgm:prSet phldrT="[Text]" custT="1"/>
      <dgm:spPr/>
      <dgm:t>
        <a:bodyPr/>
        <a:lstStyle/>
        <a:p>
          <a:r>
            <a:rPr lang="en-US" sz="2400" b="0" smtClean="0">
              <a:latin typeface="+mj-lt"/>
            </a:rPr>
            <a:t>G</a:t>
          </a:r>
          <a:endParaRPr lang="en-US" sz="2400" b="0" dirty="0">
            <a:latin typeface="+mj-lt"/>
          </a:endParaRPr>
        </a:p>
      </dgm:t>
    </dgm:pt>
    <dgm:pt modelId="{52EAD681-527C-4ABD-87BB-7DF42001F998}" type="parTrans" cxnId="{36B68720-072B-4B56-8A8E-01A4DDD3762D}">
      <dgm:prSet/>
      <dgm:spPr/>
      <dgm:t>
        <a:bodyPr/>
        <a:lstStyle/>
        <a:p>
          <a:endParaRPr lang="en-US" sz="1400"/>
        </a:p>
      </dgm:t>
    </dgm:pt>
    <dgm:pt modelId="{6D94C8A3-5709-4DA8-BB2A-662F9E8A987C}" type="sibTrans" cxnId="{36B68720-072B-4B56-8A8E-01A4DDD3762D}">
      <dgm:prSet/>
      <dgm:spPr/>
      <dgm:t>
        <a:bodyPr/>
        <a:lstStyle/>
        <a:p>
          <a:endParaRPr lang="en-US" sz="1400"/>
        </a:p>
      </dgm:t>
    </dgm:pt>
    <dgm:pt modelId="{A7B0F0FC-A4FA-4D34-BF05-6A1DE30E33E8}" type="pres">
      <dgm:prSet presAssocID="{A340CCF0-5AE6-4CFB-AD34-25B0F55EEC7C}" presName="Name0" presStyleCnt="0">
        <dgm:presLayoutVars>
          <dgm:dir/>
          <dgm:animLvl val="lvl"/>
          <dgm:resizeHandles val="exact"/>
        </dgm:presLayoutVars>
      </dgm:prSet>
      <dgm:spPr/>
      <dgm:t>
        <a:bodyPr/>
        <a:lstStyle/>
        <a:p>
          <a:endParaRPr lang="en-US"/>
        </a:p>
      </dgm:t>
    </dgm:pt>
    <dgm:pt modelId="{84E96E93-9A8A-4CBB-904D-811119E56A4E}" type="pres">
      <dgm:prSet presAssocID="{B23F4277-E061-4A74-BDCF-3D4EBBBFC39A}" presName="linNode" presStyleCnt="0"/>
      <dgm:spPr/>
      <dgm:t>
        <a:bodyPr/>
        <a:lstStyle/>
        <a:p>
          <a:endParaRPr lang="en-US"/>
        </a:p>
      </dgm:t>
    </dgm:pt>
    <dgm:pt modelId="{3A504A77-B418-4E04-8CB6-ED82048ED446}" type="pres">
      <dgm:prSet presAssocID="{B23F4277-E061-4A74-BDCF-3D4EBBBFC39A}" presName="parentText" presStyleLbl="node1" presStyleIdx="0" presStyleCnt="8">
        <dgm:presLayoutVars>
          <dgm:chMax val="1"/>
          <dgm:bulletEnabled val="1"/>
        </dgm:presLayoutVars>
      </dgm:prSet>
      <dgm:spPr/>
      <dgm:t>
        <a:bodyPr/>
        <a:lstStyle/>
        <a:p>
          <a:endParaRPr lang="en-US"/>
        </a:p>
      </dgm:t>
    </dgm:pt>
    <dgm:pt modelId="{48271478-43A3-4F0A-816A-D4D688923B21}" type="pres">
      <dgm:prSet presAssocID="{B23F4277-E061-4A74-BDCF-3D4EBBBFC39A}" presName="descendantText" presStyleLbl="alignAccFollowNode1" presStyleIdx="0" presStyleCnt="8">
        <dgm:presLayoutVars>
          <dgm:bulletEnabled val="1"/>
        </dgm:presLayoutVars>
      </dgm:prSet>
      <dgm:spPr/>
      <dgm:t>
        <a:bodyPr/>
        <a:lstStyle/>
        <a:p>
          <a:endParaRPr lang="en-US"/>
        </a:p>
      </dgm:t>
    </dgm:pt>
    <dgm:pt modelId="{36425A35-AD60-4599-8D52-91C527A4370E}" type="pres">
      <dgm:prSet presAssocID="{7AEE54A7-8EED-4C56-9748-F29758B84073}" presName="sp" presStyleCnt="0"/>
      <dgm:spPr/>
      <dgm:t>
        <a:bodyPr/>
        <a:lstStyle/>
        <a:p>
          <a:endParaRPr lang="en-US"/>
        </a:p>
      </dgm:t>
    </dgm:pt>
    <dgm:pt modelId="{2B42D732-F455-46F7-872D-A658F8B61697}" type="pres">
      <dgm:prSet presAssocID="{DAF51508-E6F5-4E68-85B1-E5457FE8EC14}" presName="linNode" presStyleCnt="0"/>
      <dgm:spPr/>
      <dgm:t>
        <a:bodyPr/>
        <a:lstStyle/>
        <a:p>
          <a:endParaRPr lang="en-US"/>
        </a:p>
      </dgm:t>
    </dgm:pt>
    <dgm:pt modelId="{4F0697B8-D294-4357-94CE-73E429FE0395}" type="pres">
      <dgm:prSet presAssocID="{DAF51508-E6F5-4E68-85B1-E5457FE8EC14}" presName="parentText" presStyleLbl="node1" presStyleIdx="1" presStyleCnt="8">
        <dgm:presLayoutVars>
          <dgm:chMax val="1"/>
          <dgm:bulletEnabled val="1"/>
        </dgm:presLayoutVars>
      </dgm:prSet>
      <dgm:spPr/>
      <dgm:t>
        <a:bodyPr/>
        <a:lstStyle/>
        <a:p>
          <a:endParaRPr lang="en-US"/>
        </a:p>
      </dgm:t>
    </dgm:pt>
    <dgm:pt modelId="{F11FC299-49F0-4B21-9569-D931FB45AECE}" type="pres">
      <dgm:prSet presAssocID="{DAF51508-E6F5-4E68-85B1-E5457FE8EC14}" presName="descendantText" presStyleLbl="alignAccFollowNode1" presStyleIdx="1" presStyleCnt="8">
        <dgm:presLayoutVars>
          <dgm:bulletEnabled val="1"/>
        </dgm:presLayoutVars>
      </dgm:prSet>
      <dgm:spPr/>
      <dgm:t>
        <a:bodyPr/>
        <a:lstStyle/>
        <a:p>
          <a:endParaRPr lang="en-US"/>
        </a:p>
      </dgm:t>
    </dgm:pt>
    <dgm:pt modelId="{A62C4746-9FB5-4688-8A2C-FA0027DD6FE5}" type="pres">
      <dgm:prSet presAssocID="{3A5522DF-E11A-4932-9F73-A50087ABB334}" presName="sp" presStyleCnt="0"/>
      <dgm:spPr/>
      <dgm:t>
        <a:bodyPr/>
        <a:lstStyle/>
        <a:p>
          <a:endParaRPr lang="en-US"/>
        </a:p>
      </dgm:t>
    </dgm:pt>
    <dgm:pt modelId="{5C530B92-1B9E-4A95-AF42-49D0F9E63CE7}" type="pres">
      <dgm:prSet presAssocID="{F227CE28-99EE-4531-BBE4-D826A75315A0}" presName="linNode" presStyleCnt="0"/>
      <dgm:spPr/>
      <dgm:t>
        <a:bodyPr/>
        <a:lstStyle/>
        <a:p>
          <a:endParaRPr lang="en-US"/>
        </a:p>
      </dgm:t>
    </dgm:pt>
    <dgm:pt modelId="{6F4BC006-FECD-4CD6-89E8-3296CE669FCA}" type="pres">
      <dgm:prSet presAssocID="{F227CE28-99EE-4531-BBE4-D826A75315A0}" presName="parentText" presStyleLbl="node1" presStyleIdx="2" presStyleCnt="8">
        <dgm:presLayoutVars>
          <dgm:chMax val="1"/>
          <dgm:bulletEnabled val="1"/>
        </dgm:presLayoutVars>
      </dgm:prSet>
      <dgm:spPr/>
      <dgm:t>
        <a:bodyPr/>
        <a:lstStyle/>
        <a:p>
          <a:endParaRPr lang="en-US"/>
        </a:p>
      </dgm:t>
    </dgm:pt>
    <dgm:pt modelId="{7F06B164-C2F0-4733-B81E-73C205243D8C}" type="pres">
      <dgm:prSet presAssocID="{F227CE28-99EE-4531-BBE4-D826A75315A0}" presName="descendantText" presStyleLbl="alignAccFollowNode1" presStyleIdx="2" presStyleCnt="8">
        <dgm:presLayoutVars>
          <dgm:bulletEnabled val="1"/>
        </dgm:presLayoutVars>
      </dgm:prSet>
      <dgm:spPr/>
      <dgm:t>
        <a:bodyPr/>
        <a:lstStyle/>
        <a:p>
          <a:endParaRPr lang="en-US"/>
        </a:p>
      </dgm:t>
    </dgm:pt>
    <dgm:pt modelId="{250C9852-AA5A-47AE-93FB-D3D4F4F04B7E}" type="pres">
      <dgm:prSet presAssocID="{6AF07DAE-54D8-471B-803C-1F13A643D494}" presName="sp" presStyleCnt="0"/>
      <dgm:spPr/>
      <dgm:t>
        <a:bodyPr/>
        <a:lstStyle/>
        <a:p>
          <a:endParaRPr lang="en-US"/>
        </a:p>
      </dgm:t>
    </dgm:pt>
    <dgm:pt modelId="{B07BA6D6-451A-488A-ACFF-C4F07491DA9B}" type="pres">
      <dgm:prSet presAssocID="{10A8DDA4-6B97-41F0-830C-036F980F1F25}" presName="linNode" presStyleCnt="0"/>
      <dgm:spPr/>
      <dgm:t>
        <a:bodyPr/>
        <a:lstStyle/>
        <a:p>
          <a:endParaRPr lang="en-US"/>
        </a:p>
      </dgm:t>
    </dgm:pt>
    <dgm:pt modelId="{2042720A-C1D9-4D08-AE37-941E0D7B404C}" type="pres">
      <dgm:prSet presAssocID="{10A8DDA4-6B97-41F0-830C-036F980F1F25}" presName="parentText" presStyleLbl="node1" presStyleIdx="3" presStyleCnt="8">
        <dgm:presLayoutVars>
          <dgm:chMax val="1"/>
          <dgm:bulletEnabled val="1"/>
        </dgm:presLayoutVars>
      </dgm:prSet>
      <dgm:spPr/>
      <dgm:t>
        <a:bodyPr/>
        <a:lstStyle/>
        <a:p>
          <a:endParaRPr lang="en-US"/>
        </a:p>
      </dgm:t>
    </dgm:pt>
    <dgm:pt modelId="{DB3EF304-4ADF-48D4-92D4-AAA274EF6095}" type="pres">
      <dgm:prSet presAssocID="{10A8DDA4-6B97-41F0-830C-036F980F1F25}" presName="descendantText" presStyleLbl="alignAccFollowNode1" presStyleIdx="3" presStyleCnt="8">
        <dgm:presLayoutVars>
          <dgm:bulletEnabled val="1"/>
        </dgm:presLayoutVars>
      </dgm:prSet>
      <dgm:spPr/>
      <dgm:t>
        <a:bodyPr/>
        <a:lstStyle/>
        <a:p>
          <a:endParaRPr lang="en-US"/>
        </a:p>
      </dgm:t>
    </dgm:pt>
    <dgm:pt modelId="{0AB0DAA6-B9EA-4B8A-9B04-3BBDA1CF5DB8}" type="pres">
      <dgm:prSet presAssocID="{27378BC8-FCC6-4598-BB24-3C32ED98DFB2}" presName="sp" presStyleCnt="0"/>
      <dgm:spPr/>
      <dgm:t>
        <a:bodyPr/>
        <a:lstStyle/>
        <a:p>
          <a:endParaRPr lang="en-US"/>
        </a:p>
      </dgm:t>
    </dgm:pt>
    <dgm:pt modelId="{D47E0338-BDFD-417B-AB61-EEA300BDCDB1}" type="pres">
      <dgm:prSet presAssocID="{327966E0-6D42-4DD7-9AF2-7C24C419AE52}" presName="linNode" presStyleCnt="0"/>
      <dgm:spPr/>
      <dgm:t>
        <a:bodyPr/>
        <a:lstStyle/>
        <a:p>
          <a:endParaRPr lang="en-US"/>
        </a:p>
      </dgm:t>
    </dgm:pt>
    <dgm:pt modelId="{50ADD311-74F5-4445-8627-25A8AC9E5A51}" type="pres">
      <dgm:prSet presAssocID="{327966E0-6D42-4DD7-9AF2-7C24C419AE52}" presName="parentText" presStyleLbl="node1" presStyleIdx="4" presStyleCnt="8">
        <dgm:presLayoutVars>
          <dgm:chMax val="1"/>
          <dgm:bulletEnabled val="1"/>
        </dgm:presLayoutVars>
      </dgm:prSet>
      <dgm:spPr/>
      <dgm:t>
        <a:bodyPr/>
        <a:lstStyle/>
        <a:p>
          <a:endParaRPr lang="en-US"/>
        </a:p>
      </dgm:t>
    </dgm:pt>
    <dgm:pt modelId="{F099F292-AC4D-46F4-945C-6DB5145B0329}" type="pres">
      <dgm:prSet presAssocID="{327966E0-6D42-4DD7-9AF2-7C24C419AE52}" presName="descendantText" presStyleLbl="alignAccFollowNode1" presStyleIdx="4" presStyleCnt="8">
        <dgm:presLayoutVars>
          <dgm:bulletEnabled val="1"/>
        </dgm:presLayoutVars>
      </dgm:prSet>
      <dgm:spPr/>
      <dgm:t>
        <a:bodyPr/>
        <a:lstStyle/>
        <a:p>
          <a:endParaRPr lang="en-US"/>
        </a:p>
      </dgm:t>
    </dgm:pt>
    <dgm:pt modelId="{70EEA066-C50F-4872-896B-C6A4EA73117A}" type="pres">
      <dgm:prSet presAssocID="{B9C67B89-F440-4C63-94FA-3DB22083D351}" presName="sp" presStyleCnt="0"/>
      <dgm:spPr/>
      <dgm:t>
        <a:bodyPr/>
        <a:lstStyle/>
        <a:p>
          <a:endParaRPr lang="en-US"/>
        </a:p>
      </dgm:t>
    </dgm:pt>
    <dgm:pt modelId="{CB51346A-9E41-42D4-B804-9EAF5D363BFA}" type="pres">
      <dgm:prSet presAssocID="{BE0A6930-CBCF-4955-98C7-4C5674575D72}" presName="linNode" presStyleCnt="0"/>
      <dgm:spPr/>
      <dgm:t>
        <a:bodyPr/>
        <a:lstStyle/>
        <a:p>
          <a:endParaRPr lang="en-US"/>
        </a:p>
      </dgm:t>
    </dgm:pt>
    <dgm:pt modelId="{2FA77E36-F176-47DD-A028-5EEBDD0C1518}" type="pres">
      <dgm:prSet presAssocID="{BE0A6930-CBCF-4955-98C7-4C5674575D72}" presName="parentText" presStyleLbl="node1" presStyleIdx="5" presStyleCnt="8">
        <dgm:presLayoutVars>
          <dgm:chMax val="1"/>
          <dgm:bulletEnabled val="1"/>
        </dgm:presLayoutVars>
      </dgm:prSet>
      <dgm:spPr/>
      <dgm:t>
        <a:bodyPr/>
        <a:lstStyle/>
        <a:p>
          <a:endParaRPr lang="en-US"/>
        </a:p>
      </dgm:t>
    </dgm:pt>
    <dgm:pt modelId="{576B2941-5E22-47CD-BAD9-0D296FAA051A}" type="pres">
      <dgm:prSet presAssocID="{BE0A6930-CBCF-4955-98C7-4C5674575D72}" presName="descendantText" presStyleLbl="alignAccFollowNode1" presStyleIdx="5" presStyleCnt="8">
        <dgm:presLayoutVars>
          <dgm:bulletEnabled val="1"/>
        </dgm:presLayoutVars>
      </dgm:prSet>
      <dgm:spPr/>
      <dgm:t>
        <a:bodyPr/>
        <a:lstStyle/>
        <a:p>
          <a:endParaRPr lang="en-US"/>
        </a:p>
      </dgm:t>
    </dgm:pt>
    <dgm:pt modelId="{E2459FA5-E32A-4856-9A86-0F4EB020D8E0}" type="pres">
      <dgm:prSet presAssocID="{38F01052-8AA4-4FFA-8666-E01B60EB5260}" presName="sp" presStyleCnt="0"/>
      <dgm:spPr/>
      <dgm:t>
        <a:bodyPr/>
        <a:lstStyle/>
        <a:p>
          <a:endParaRPr lang="en-US"/>
        </a:p>
      </dgm:t>
    </dgm:pt>
    <dgm:pt modelId="{F11D09CA-B817-494F-8597-B63E591C547C}" type="pres">
      <dgm:prSet presAssocID="{9B8C3F7C-2AE9-4F4A-8D04-4F5BE44DA26B}" presName="linNode" presStyleCnt="0"/>
      <dgm:spPr/>
      <dgm:t>
        <a:bodyPr/>
        <a:lstStyle/>
        <a:p>
          <a:endParaRPr lang="en-US"/>
        </a:p>
      </dgm:t>
    </dgm:pt>
    <dgm:pt modelId="{E3B2B6EE-CB7E-4F3E-8DC3-A2376F138289}" type="pres">
      <dgm:prSet presAssocID="{9B8C3F7C-2AE9-4F4A-8D04-4F5BE44DA26B}" presName="parentText" presStyleLbl="node1" presStyleIdx="6" presStyleCnt="8">
        <dgm:presLayoutVars>
          <dgm:chMax val="1"/>
          <dgm:bulletEnabled val="1"/>
        </dgm:presLayoutVars>
      </dgm:prSet>
      <dgm:spPr/>
      <dgm:t>
        <a:bodyPr/>
        <a:lstStyle/>
        <a:p>
          <a:endParaRPr lang="en-US"/>
        </a:p>
      </dgm:t>
    </dgm:pt>
    <dgm:pt modelId="{EA10102D-8108-4E5A-9298-797074E2C94F}" type="pres">
      <dgm:prSet presAssocID="{9B8C3F7C-2AE9-4F4A-8D04-4F5BE44DA26B}" presName="descendantText" presStyleLbl="alignAccFollowNode1" presStyleIdx="6" presStyleCnt="8">
        <dgm:presLayoutVars>
          <dgm:bulletEnabled val="1"/>
        </dgm:presLayoutVars>
      </dgm:prSet>
      <dgm:spPr/>
      <dgm:t>
        <a:bodyPr/>
        <a:lstStyle/>
        <a:p>
          <a:endParaRPr lang="en-US"/>
        </a:p>
      </dgm:t>
    </dgm:pt>
    <dgm:pt modelId="{196AD7EB-6087-4C41-9D0F-DF2BD5D2BCA9}" type="pres">
      <dgm:prSet presAssocID="{6D94C8A3-5709-4DA8-BB2A-662F9E8A987C}" presName="sp" presStyleCnt="0"/>
      <dgm:spPr/>
      <dgm:t>
        <a:bodyPr/>
        <a:lstStyle/>
        <a:p>
          <a:endParaRPr lang="en-US"/>
        </a:p>
      </dgm:t>
    </dgm:pt>
    <dgm:pt modelId="{EC94A97A-BE3C-4DDF-AD69-19C1FF994617}" type="pres">
      <dgm:prSet presAssocID="{EA8BB6F6-CBE2-4F22-B76D-72B310E1FD2E}" presName="linNode" presStyleCnt="0"/>
      <dgm:spPr/>
      <dgm:t>
        <a:bodyPr/>
        <a:lstStyle/>
        <a:p>
          <a:endParaRPr lang="en-US"/>
        </a:p>
      </dgm:t>
    </dgm:pt>
    <dgm:pt modelId="{10DE2C65-0D1A-43C7-9A9C-A5E01B732A89}" type="pres">
      <dgm:prSet presAssocID="{EA8BB6F6-CBE2-4F22-B76D-72B310E1FD2E}" presName="parentText" presStyleLbl="node1" presStyleIdx="7" presStyleCnt="8">
        <dgm:presLayoutVars>
          <dgm:chMax val="1"/>
          <dgm:bulletEnabled val="1"/>
        </dgm:presLayoutVars>
      </dgm:prSet>
      <dgm:spPr/>
      <dgm:t>
        <a:bodyPr/>
        <a:lstStyle/>
        <a:p>
          <a:endParaRPr lang="en-US"/>
        </a:p>
      </dgm:t>
    </dgm:pt>
    <dgm:pt modelId="{0588755D-5CCE-4E72-84F9-312ACE107573}" type="pres">
      <dgm:prSet presAssocID="{EA8BB6F6-CBE2-4F22-B76D-72B310E1FD2E}" presName="descendantText" presStyleLbl="alignAccFollowNode1" presStyleIdx="7" presStyleCnt="8">
        <dgm:presLayoutVars>
          <dgm:bulletEnabled val="1"/>
        </dgm:presLayoutVars>
      </dgm:prSet>
      <dgm:spPr/>
      <dgm:t>
        <a:bodyPr/>
        <a:lstStyle/>
        <a:p>
          <a:endParaRPr lang="en-US"/>
        </a:p>
      </dgm:t>
    </dgm:pt>
  </dgm:ptLst>
  <dgm:cxnLst>
    <dgm:cxn modelId="{5BCD283A-8EFD-4FE4-B74C-7EABE3C24C35}" type="presOf" srcId="{7E0C4C1C-544F-4A2C-9B9D-3BA765CEDAED}" destId="{48271478-43A3-4F0A-816A-D4D688923B21}" srcOrd="0" destOrd="0" presId="urn:microsoft.com/office/officeart/2005/8/layout/vList5"/>
    <dgm:cxn modelId="{806640AF-6017-4E35-858D-99439F3BE022}" srcId="{10A8DDA4-6B97-41F0-830C-036F980F1F25}" destId="{44C81567-38C9-4E2A-A5F8-F577E7B731B8}" srcOrd="0" destOrd="0" parTransId="{345C8BD9-82F4-4EF3-8EAC-CF460FA13B0C}" sibTransId="{8EDA5B6D-C43B-41F2-9DF1-900ACBD55EC9}"/>
    <dgm:cxn modelId="{0E53EEEE-3C3B-4902-BF4C-F30F65E41AFF}" srcId="{A340CCF0-5AE6-4CFB-AD34-25B0F55EEC7C}" destId="{DAF51508-E6F5-4E68-85B1-E5457FE8EC14}" srcOrd="1" destOrd="0" parTransId="{C4338DF6-6357-4B11-8350-6DE33555E285}" sibTransId="{3A5522DF-E11A-4932-9F73-A50087ABB334}"/>
    <dgm:cxn modelId="{AEE122C9-AE62-4829-B76B-D32627404F27}" srcId="{F227CE28-99EE-4531-BBE4-D826A75315A0}" destId="{69155F46-0B55-4B95-834B-07919A371CD1}" srcOrd="0" destOrd="0" parTransId="{22CF25C1-4981-43E3-87A0-E6F6C158564E}" sibTransId="{4706AC0B-E253-41CB-86F3-057345063ABC}"/>
    <dgm:cxn modelId="{E61DEF48-0305-4425-92B8-49BDF8EF6576}" type="presOf" srcId="{10A8DDA4-6B97-41F0-830C-036F980F1F25}" destId="{2042720A-C1D9-4D08-AE37-941E0D7B404C}" srcOrd="0" destOrd="0" presId="urn:microsoft.com/office/officeart/2005/8/layout/vList5"/>
    <dgm:cxn modelId="{A590A099-C706-4734-A07F-3506A69DE602}" type="presOf" srcId="{EA8BB6F6-CBE2-4F22-B76D-72B310E1FD2E}" destId="{10DE2C65-0D1A-43C7-9A9C-A5E01B732A89}" srcOrd="0" destOrd="0" presId="urn:microsoft.com/office/officeart/2005/8/layout/vList5"/>
    <dgm:cxn modelId="{23398A8B-78C6-4879-A088-75BE330500AF}" type="presOf" srcId="{327966E0-6D42-4DD7-9AF2-7C24C419AE52}" destId="{50ADD311-74F5-4445-8627-25A8AC9E5A51}" srcOrd="0" destOrd="0" presId="urn:microsoft.com/office/officeart/2005/8/layout/vList5"/>
    <dgm:cxn modelId="{18E99599-344D-4181-91CB-646D5BE3D48B}" type="presOf" srcId="{661D5167-F04A-4FF7-ADC1-D4268235EBD0}" destId="{F099F292-AC4D-46F4-945C-6DB5145B0329}" srcOrd="0" destOrd="0" presId="urn:microsoft.com/office/officeart/2005/8/layout/vList5"/>
    <dgm:cxn modelId="{23A7BF1E-9CB9-4438-901D-CCAF5355F3B9}" type="presOf" srcId="{88ECBC31-E864-4C83-A746-D258AA8FC8B3}" destId="{EA10102D-8108-4E5A-9298-797074E2C94F}" srcOrd="0" destOrd="0" presId="urn:microsoft.com/office/officeart/2005/8/layout/vList5"/>
    <dgm:cxn modelId="{2DADED39-5E64-4688-A1B0-AAF58A0425AC}" type="presOf" srcId="{44C81567-38C9-4E2A-A5F8-F577E7B731B8}" destId="{DB3EF304-4ADF-48D4-92D4-AAA274EF6095}" srcOrd="0" destOrd="0" presId="urn:microsoft.com/office/officeart/2005/8/layout/vList5"/>
    <dgm:cxn modelId="{4EDBF4D5-0F0A-47C4-BDD5-7E6A0E9B0CAD}" type="presOf" srcId="{B23F4277-E061-4A74-BDCF-3D4EBBBFC39A}" destId="{3A504A77-B418-4E04-8CB6-ED82048ED446}" srcOrd="0" destOrd="0" presId="urn:microsoft.com/office/officeart/2005/8/layout/vList5"/>
    <dgm:cxn modelId="{814CD180-71F1-42F1-849B-6AE771C27F47}" srcId="{DAF51508-E6F5-4E68-85B1-E5457FE8EC14}" destId="{76FE2376-AEF0-4C25-B8BD-C5F0F875B614}" srcOrd="0" destOrd="0" parTransId="{7D383471-E1E2-4E91-BCE2-631648AB20E0}" sibTransId="{0890E4CF-AAEB-4332-B9D9-55B456D12EBA}"/>
    <dgm:cxn modelId="{3D91CA02-7C38-4DE3-8520-54456261D40D}" type="presOf" srcId="{BE0A6930-CBCF-4955-98C7-4C5674575D72}" destId="{2FA77E36-F176-47DD-A028-5EEBDD0C1518}" srcOrd="0" destOrd="0" presId="urn:microsoft.com/office/officeart/2005/8/layout/vList5"/>
    <dgm:cxn modelId="{339337C9-E6A9-442B-88C5-D9D15C46560A}" type="presOf" srcId="{F569360C-83C9-4A57-B2CE-C5557D876EC7}" destId="{576B2941-5E22-47CD-BAD9-0D296FAA051A}" srcOrd="0" destOrd="0" presId="urn:microsoft.com/office/officeart/2005/8/layout/vList5"/>
    <dgm:cxn modelId="{B9B3D37C-3A66-4BB2-A167-C744D59463D6}" srcId="{A340CCF0-5AE6-4CFB-AD34-25B0F55EEC7C}" destId="{BE0A6930-CBCF-4955-98C7-4C5674575D72}" srcOrd="5" destOrd="0" parTransId="{93CF2D00-64BF-4B00-8222-4091FAD9A877}" sibTransId="{38F01052-8AA4-4FFA-8666-E01B60EB5260}"/>
    <dgm:cxn modelId="{4F32EFCC-6088-4DE8-85AC-5AF72AC5E81A}" srcId="{A340CCF0-5AE6-4CFB-AD34-25B0F55EEC7C}" destId="{10A8DDA4-6B97-41F0-830C-036F980F1F25}" srcOrd="3" destOrd="0" parTransId="{45092E9C-CF0F-4669-B2A8-0744E43590EC}" sibTransId="{27378BC8-FCC6-4598-BB24-3C32ED98DFB2}"/>
    <dgm:cxn modelId="{F5606ADC-1D6E-4FCF-B683-42B841E1EB4F}" type="presOf" srcId="{69155F46-0B55-4B95-834B-07919A371CD1}" destId="{7F06B164-C2F0-4733-B81E-73C205243D8C}" srcOrd="0" destOrd="0" presId="urn:microsoft.com/office/officeart/2005/8/layout/vList5"/>
    <dgm:cxn modelId="{DA4AAB47-9657-4EC1-A8DC-CF211CD1DF4D}" srcId="{A340CCF0-5AE6-4CFB-AD34-25B0F55EEC7C}" destId="{F227CE28-99EE-4531-BBE4-D826A75315A0}" srcOrd="2" destOrd="0" parTransId="{E2EF5D2B-D0A5-4C30-8C69-17E304ED3993}" sibTransId="{6AF07DAE-54D8-471B-803C-1F13A643D494}"/>
    <dgm:cxn modelId="{4823E42B-A88D-470C-A3A2-E81ACD8AB057}" srcId="{BE0A6930-CBCF-4955-98C7-4C5674575D72}" destId="{F569360C-83C9-4A57-B2CE-C5557D876EC7}" srcOrd="0" destOrd="0" parTransId="{FFFCA3F3-9377-4D3B-912A-93CB862150CD}" sibTransId="{2C84F871-AE5C-4085-905C-3E48275BE53B}"/>
    <dgm:cxn modelId="{AEF77757-C530-417E-BD8C-B0DA0F0A063D}" srcId="{A340CCF0-5AE6-4CFB-AD34-25B0F55EEC7C}" destId="{EA8BB6F6-CBE2-4F22-B76D-72B310E1FD2E}" srcOrd="7" destOrd="0" parTransId="{650A23F6-8CE5-4CEB-93B8-EEB2DA07C2ED}" sibTransId="{1741931F-9732-4A95-A4FD-FF3A159E34A3}"/>
    <dgm:cxn modelId="{0292C16B-C11D-42DE-B402-1890DF6434A7}" type="presOf" srcId="{F227CE28-99EE-4531-BBE4-D826A75315A0}" destId="{6F4BC006-FECD-4CD6-89E8-3296CE669FCA}" srcOrd="0" destOrd="0" presId="urn:microsoft.com/office/officeart/2005/8/layout/vList5"/>
    <dgm:cxn modelId="{E15AFC2F-0AB7-477A-8CAC-8F3A56FEEA79}" srcId="{B23F4277-E061-4A74-BDCF-3D4EBBBFC39A}" destId="{7E0C4C1C-544F-4A2C-9B9D-3BA765CEDAED}" srcOrd="0" destOrd="0" parTransId="{E4E194C5-D58B-4963-8403-0E29CC7C91C0}" sibTransId="{7E999C5D-E89B-4F7C-B5B1-35125D273C10}"/>
    <dgm:cxn modelId="{6DEA2B17-AD37-481C-B174-D08947E10796}" type="presOf" srcId="{76FE2376-AEF0-4C25-B8BD-C5F0F875B614}" destId="{F11FC299-49F0-4B21-9569-D931FB45AECE}" srcOrd="0" destOrd="0" presId="urn:microsoft.com/office/officeart/2005/8/layout/vList5"/>
    <dgm:cxn modelId="{3AF54992-3F2F-4C73-A292-E49CB6B996C8}" srcId="{9B8C3F7C-2AE9-4F4A-8D04-4F5BE44DA26B}" destId="{88ECBC31-E864-4C83-A746-D258AA8FC8B3}" srcOrd="0" destOrd="0" parTransId="{9C0F4C14-E753-4B55-85AF-C6E142F35367}" sibTransId="{88750314-2B48-4FDB-B695-DE2B35AC26C0}"/>
    <dgm:cxn modelId="{E9894609-4BDA-4FAC-9F5F-5999F219F98F}" srcId="{327966E0-6D42-4DD7-9AF2-7C24C419AE52}" destId="{661D5167-F04A-4FF7-ADC1-D4268235EBD0}" srcOrd="0" destOrd="0" parTransId="{0A955E8C-BB8E-4F61-8208-8A4CB16862D5}" sibTransId="{EDE0370F-8054-470A-A456-1E022950A740}"/>
    <dgm:cxn modelId="{53BFBC20-5253-4C4C-86E5-BDC0B4ED8967}" srcId="{A340CCF0-5AE6-4CFB-AD34-25B0F55EEC7C}" destId="{B23F4277-E061-4A74-BDCF-3D4EBBBFC39A}" srcOrd="0" destOrd="0" parTransId="{2AF90D64-0154-4F01-8F77-58BFDC8F6A74}" sibTransId="{7AEE54A7-8EED-4C56-9748-F29758B84073}"/>
    <dgm:cxn modelId="{62D03DE9-2696-46B7-909E-4B70E52864FE}" type="presOf" srcId="{A340CCF0-5AE6-4CFB-AD34-25B0F55EEC7C}" destId="{A7B0F0FC-A4FA-4D34-BF05-6A1DE30E33E8}" srcOrd="0" destOrd="0" presId="urn:microsoft.com/office/officeart/2005/8/layout/vList5"/>
    <dgm:cxn modelId="{7DC1D8EE-0A12-4F76-9A25-FAD8D4448CC3}" type="presOf" srcId="{27186113-4FAC-42DD-BF7D-7991915726AB}" destId="{0588755D-5CCE-4E72-84F9-312ACE107573}" srcOrd="0" destOrd="0" presId="urn:microsoft.com/office/officeart/2005/8/layout/vList5"/>
    <dgm:cxn modelId="{D6D67F16-97C9-4D69-A052-ED9407C91672}" type="presOf" srcId="{9B8C3F7C-2AE9-4F4A-8D04-4F5BE44DA26B}" destId="{E3B2B6EE-CB7E-4F3E-8DC3-A2376F138289}" srcOrd="0" destOrd="0" presId="urn:microsoft.com/office/officeart/2005/8/layout/vList5"/>
    <dgm:cxn modelId="{87470B3C-17A5-4D6D-8F7D-A9F14254BAFB}" srcId="{A340CCF0-5AE6-4CFB-AD34-25B0F55EEC7C}" destId="{327966E0-6D42-4DD7-9AF2-7C24C419AE52}" srcOrd="4" destOrd="0" parTransId="{8CED7BDA-F4F5-46EE-AD26-9729E87E1EDC}" sibTransId="{B9C67B89-F440-4C63-94FA-3DB22083D351}"/>
    <dgm:cxn modelId="{85377E45-C8E2-49D4-8911-6F9B868CE15B}" type="presOf" srcId="{DAF51508-E6F5-4E68-85B1-E5457FE8EC14}" destId="{4F0697B8-D294-4357-94CE-73E429FE0395}" srcOrd="0" destOrd="0" presId="urn:microsoft.com/office/officeart/2005/8/layout/vList5"/>
    <dgm:cxn modelId="{36B68720-072B-4B56-8A8E-01A4DDD3762D}" srcId="{A340CCF0-5AE6-4CFB-AD34-25B0F55EEC7C}" destId="{9B8C3F7C-2AE9-4F4A-8D04-4F5BE44DA26B}" srcOrd="6" destOrd="0" parTransId="{52EAD681-527C-4ABD-87BB-7DF42001F998}" sibTransId="{6D94C8A3-5709-4DA8-BB2A-662F9E8A987C}"/>
    <dgm:cxn modelId="{09255F83-02BA-42D8-B917-AB30682D24A8}" srcId="{EA8BB6F6-CBE2-4F22-B76D-72B310E1FD2E}" destId="{27186113-4FAC-42DD-BF7D-7991915726AB}" srcOrd="0" destOrd="0" parTransId="{04E59B5B-411B-4960-ACFC-BB6373447E1E}" sibTransId="{1DB0E71A-8C44-493E-AC06-11A20E53C309}"/>
    <dgm:cxn modelId="{65ADCCB6-CE33-4096-BBD9-3A982C063D72}" type="presParOf" srcId="{A7B0F0FC-A4FA-4D34-BF05-6A1DE30E33E8}" destId="{84E96E93-9A8A-4CBB-904D-811119E56A4E}" srcOrd="0" destOrd="0" presId="urn:microsoft.com/office/officeart/2005/8/layout/vList5"/>
    <dgm:cxn modelId="{D509BCE9-C6BC-4420-8C9F-D1DFE1E24217}" type="presParOf" srcId="{84E96E93-9A8A-4CBB-904D-811119E56A4E}" destId="{3A504A77-B418-4E04-8CB6-ED82048ED446}" srcOrd="0" destOrd="0" presId="urn:microsoft.com/office/officeart/2005/8/layout/vList5"/>
    <dgm:cxn modelId="{BC6DAB6D-9AF3-49E6-9AAA-8EF2AC3225DB}" type="presParOf" srcId="{84E96E93-9A8A-4CBB-904D-811119E56A4E}" destId="{48271478-43A3-4F0A-816A-D4D688923B21}" srcOrd="1" destOrd="0" presId="urn:microsoft.com/office/officeart/2005/8/layout/vList5"/>
    <dgm:cxn modelId="{8C8A959C-5D71-4FEC-AF1E-5510F594381A}" type="presParOf" srcId="{A7B0F0FC-A4FA-4D34-BF05-6A1DE30E33E8}" destId="{36425A35-AD60-4599-8D52-91C527A4370E}" srcOrd="1" destOrd="0" presId="urn:microsoft.com/office/officeart/2005/8/layout/vList5"/>
    <dgm:cxn modelId="{432C1596-9430-4A64-BE73-26F6C62F0477}" type="presParOf" srcId="{A7B0F0FC-A4FA-4D34-BF05-6A1DE30E33E8}" destId="{2B42D732-F455-46F7-872D-A658F8B61697}" srcOrd="2" destOrd="0" presId="urn:microsoft.com/office/officeart/2005/8/layout/vList5"/>
    <dgm:cxn modelId="{B866E64D-E69F-45A2-ABFC-7A87C06E3D1D}" type="presParOf" srcId="{2B42D732-F455-46F7-872D-A658F8B61697}" destId="{4F0697B8-D294-4357-94CE-73E429FE0395}" srcOrd="0" destOrd="0" presId="urn:microsoft.com/office/officeart/2005/8/layout/vList5"/>
    <dgm:cxn modelId="{1E805094-4D37-4D45-B7AE-0841B42908DE}" type="presParOf" srcId="{2B42D732-F455-46F7-872D-A658F8B61697}" destId="{F11FC299-49F0-4B21-9569-D931FB45AECE}" srcOrd="1" destOrd="0" presId="urn:microsoft.com/office/officeart/2005/8/layout/vList5"/>
    <dgm:cxn modelId="{72E4BAED-04D1-4CA9-AD5F-317C11AFCE67}" type="presParOf" srcId="{A7B0F0FC-A4FA-4D34-BF05-6A1DE30E33E8}" destId="{A62C4746-9FB5-4688-8A2C-FA0027DD6FE5}" srcOrd="3" destOrd="0" presId="urn:microsoft.com/office/officeart/2005/8/layout/vList5"/>
    <dgm:cxn modelId="{5F242618-2EEC-466C-A31C-183BB8203B8D}" type="presParOf" srcId="{A7B0F0FC-A4FA-4D34-BF05-6A1DE30E33E8}" destId="{5C530B92-1B9E-4A95-AF42-49D0F9E63CE7}" srcOrd="4" destOrd="0" presId="urn:microsoft.com/office/officeart/2005/8/layout/vList5"/>
    <dgm:cxn modelId="{58E815CA-499C-4FEA-ACB7-49C5D7B3BED9}" type="presParOf" srcId="{5C530B92-1B9E-4A95-AF42-49D0F9E63CE7}" destId="{6F4BC006-FECD-4CD6-89E8-3296CE669FCA}" srcOrd="0" destOrd="0" presId="urn:microsoft.com/office/officeart/2005/8/layout/vList5"/>
    <dgm:cxn modelId="{E819AACE-21A5-4960-8220-49CF3ECE4B03}" type="presParOf" srcId="{5C530B92-1B9E-4A95-AF42-49D0F9E63CE7}" destId="{7F06B164-C2F0-4733-B81E-73C205243D8C}" srcOrd="1" destOrd="0" presId="urn:microsoft.com/office/officeart/2005/8/layout/vList5"/>
    <dgm:cxn modelId="{A3574E9C-0985-4A6A-BC75-A8816593F196}" type="presParOf" srcId="{A7B0F0FC-A4FA-4D34-BF05-6A1DE30E33E8}" destId="{250C9852-AA5A-47AE-93FB-D3D4F4F04B7E}" srcOrd="5" destOrd="0" presId="urn:microsoft.com/office/officeart/2005/8/layout/vList5"/>
    <dgm:cxn modelId="{231B12C1-A52C-467E-982C-32249507ED64}" type="presParOf" srcId="{A7B0F0FC-A4FA-4D34-BF05-6A1DE30E33E8}" destId="{B07BA6D6-451A-488A-ACFF-C4F07491DA9B}" srcOrd="6" destOrd="0" presId="urn:microsoft.com/office/officeart/2005/8/layout/vList5"/>
    <dgm:cxn modelId="{428ECAE6-52AC-4300-9E51-F1B17FB211D2}" type="presParOf" srcId="{B07BA6D6-451A-488A-ACFF-C4F07491DA9B}" destId="{2042720A-C1D9-4D08-AE37-941E0D7B404C}" srcOrd="0" destOrd="0" presId="urn:microsoft.com/office/officeart/2005/8/layout/vList5"/>
    <dgm:cxn modelId="{940D0BA0-04DD-4E24-B588-83E256338CA1}" type="presParOf" srcId="{B07BA6D6-451A-488A-ACFF-C4F07491DA9B}" destId="{DB3EF304-4ADF-48D4-92D4-AAA274EF6095}" srcOrd="1" destOrd="0" presId="urn:microsoft.com/office/officeart/2005/8/layout/vList5"/>
    <dgm:cxn modelId="{C7F36099-8DC0-4A1F-9A59-B340B72A6AAA}" type="presParOf" srcId="{A7B0F0FC-A4FA-4D34-BF05-6A1DE30E33E8}" destId="{0AB0DAA6-B9EA-4B8A-9B04-3BBDA1CF5DB8}" srcOrd="7" destOrd="0" presId="urn:microsoft.com/office/officeart/2005/8/layout/vList5"/>
    <dgm:cxn modelId="{20D85083-4C75-4CE3-8A25-5B5FD52C4C98}" type="presParOf" srcId="{A7B0F0FC-A4FA-4D34-BF05-6A1DE30E33E8}" destId="{D47E0338-BDFD-417B-AB61-EEA300BDCDB1}" srcOrd="8" destOrd="0" presId="urn:microsoft.com/office/officeart/2005/8/layout/vList5"/>
    <dgm:cxn modelId="{995018EB-42AC-4D62-AB44-45FA224DEA39}" type="presParOf" srcId="{D47E0338-BDFD-417B-AB61-EEA300BDCDB1}" destId="{50ADD311-74F5-4445-8627-25A8AC9E5A51}" srcOrd="0" destOrd="0" presId="urn:microsoft.com/office/officeart/2005/8/layout/vList5"/>
    <dgm:cxn modelId="{C57F785D-3A8E-445A-8F6F-502F615581CC}" type="presParOf" srcId="{D47E0338-BDFD-417B-AB61-EEA300BDCDB1}" destId="{F099F292-AC4D-46F4-945C-6DB5145B0329}" srcOrd="1" destOrd="0" presId="urn:microsoft.com/office/officeart/2005/8/layout/vList5"/>
    <dgm:cxn modelId="{4DF3F5B4-BED9-4C90-93CF-CDA6CE0CC83D}" type="presParOf" srcId="{A7B0F0FC-A4FA-4D34-BF05-6A1DE30E33E8}" destId="{70EEA066-C50F-4872-896B-C6A4EA73117A}" srcOrd="9" destOrd="0" presId="urn:microsoft.com/office/officeart/2005/8/layout/vList5"/>
    <dgm:cxn modelId="{295CCCC8-2BB2-4802-BBBE-811733C311A3}" type="presParOf" srcId="{A7B0F0FC-A4FA-4D34-BF05-6A1DE30E33E8}" destId="{CB51346A-9E41-42D4-B804-9EAF5D363BFA}" srcOrd="10" destOrd="0" presId="urn:microsoft.com/office/officeart/2005/8/layout/vList5"/>
    <dgm:cxn modelId="{4CE3177D-DEC5-422A-8D56-D86E195B2555}" type="presParOf" srcId="{CB51346A-9E41-42D4-B804-9EAF5D363BFA}" destId="{2FA77E36-F176-47DD-A028-5EEBDD0C1518}" srcOrd="0" destOrd="0" presId="urn:microsoft.com/office/officeart/2005/8/layout/vList5"/>
    <dgm:cxn modelId="{C15940BA-84DD-405F-9AD2-87E2A4601156}" type="presParOf" srcId="{CB51346A-9E41-42D4-B804-9EAF5D363BFA}" destId="{576B2941-5E22-47CD-BAD9-0D296FAA051A}" srcOrd="1" destOrd="0" presId="urn:microsoft.com/office/officeart/2005/8/layout/vList5"/>
    <dgm:cxn modelId="{69876A19-EE8B-4178-B13B-CB69D90937BD}" type="presParOf" srcId="{A7B0F0FC-A4FA-4D34-BF05-6A1DE30E33E8}" destId="{E2459FA5-E32A-4856-9A86-0F4EB020D8E0}" srcOrd="11" destOrd="0" presId="urn:microsoft.com/office/officeart/2005/8/layout/vList5"/>
    <dgm:cxn modelId="{BE64994F-E423-4C5D-A7C7-41C9E7702237}" type="presParOf" srcId="{A7B0F0FC-A4FA-4D34-BF05-6A1DE30E33E8}" destId="{F11D09CA-B817-494F-8597-B63E591C547C}" srcOrd="12" destOrd="0" presId="urn:microsoft.com/office/officeart/2005/8/layout/vList5"/>
    <dgm:cxn modelId="{90810767-78D1-4C85-8559-1D468802297C}" type="presParOf" srcId="{F11D09CA-B817-494F-8597-B63E591C547C}" destId="{E3B2B6EE-CB7E-4F3E-8DC3-A2376F138289}" srcOrd="0" destOrd="0" presId="urn:microsoft.com/office/officeart/2005/8/layout/vList5"/>
    <dgm:cxn modelId="{474F5BBF-8A08-484F-9C99-2BF078F50C1A}" type="presParOf" srcId="{F11D09CA-B817-494F-8597-B63E591C547C}" destId="{EA10102D-8108-4E5A-9298-797074E2C94F}" srcOrd="1" destOrd="0" presId="urn:microsoft.com/office/officeart/2005/8/layout/vList5"/>
    <dgm:cxn modelId="{09450E7C-1EA1-422B-9032-C827A7C57E6D}" type="presParOf" srcId="{A7B0F0FC-A4FA-4D34-BF05-6A1DE30E33E8}" destId="{196AD7EB-6087-4C41-9D0F-DF2BD5D2BCA9}" srcOrd="13" destOrd="0" presId="urn:microsoft.com/office/officeart/2005/8/layout/vList5"/>
    <dgm:cxn modelId="{A7D6B4E5-4705-4CE2-B2A6-8E73FF212897}" type="presParOf" srcId="{A7B0F0FC-A4FA-4D34-BF05-6A1DE30E33E8}" destId="{EC94A97A-BE3C-4DDF-AD69-19C1FF994617}" srcOrd="14" destOrd="0" presId="urn:microsoft.com/office/officeart/2005/8/layout/vList5"/>
    <dgm:cxn modelId="{C8965A61-B034-4580-A1D1-B0FC1E0BC731}" type="presParOf" srcId="{EC94A97A-BE3C-4DDF-AD69-19C1FF994617}" destId="{10DE2C65-0D1A-43C7-9A9C-A5E01B732A89}" srcOrd="0" destOrd="0" presId="urn:microsoft.com/office/officeart/2005/8/layout/vList5"/>
    <dgm:cxn modelId="{4AABB69A-7CEA-4396-99B1-95FC91E9DBB8}" type="presParOf" srcId="{EC94A97A-BE3C-4DDF-AD69-19C1FF994617}" destId="{0588755D-5CCE-4E72-84F9-312ACE107573}" srcOrd="1"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767D2-977B-411E-8D3F-9A811F9F7D8D}">
      <dsp:nvSpPr>
        <dsp:cNvPr id="0" name=""/>
        <dsp:cNvSpPr/>
      </dsp:nvSpPr>
      <dsp:spPr>
        <a:xfrm rot="5400000">
          <a:off x="4494890" y="-1718105"/>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Yes</a:t>
          </a:r>
          <a:endParaRPr lang="en-US" sz="2400" kern="1200" dirty="0">
            <a:latin typeface="+mj-lt"/>
          </a:endParaRPr>
        </a:p>
      </dsp:txBody>
      <dsp:txXfrm rot="-5400000">
        <a:off x="2648096" y="178195"/>
        <a:ext cx="4658220" cy="915126"/>
      </dsp:txXfrm>
    </dsp:sp>
    <dsp:sp modelId="{9413D2B6-07A0-40DA-9F63-62C89C9DE6FB}">
      <dsp:nvSpPr>
        <dsp:cNvPr id="0" name=""/>
        <dsp:cNvSpPr/>
      </dsp:nvSpPr>
      <dsp:spPr>
        <a:xfrm>
          <a:off x="0" y="1920"/>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61883" y="63803"/>
        <a:ext cx="2524330" cy="1143907"/>
      </dsp:txXfrm>
    </dsp:sp>
    <dsp:sp modelId="{93BE1400-E126-4A53-B837-4303CC7A4F50}">
      <dsp:nvSpPr>
        <dsp:cNvPr id="0" name=""/>
        <dsp:cNvSpPr/>
      </dsp:nvSpPr>
      <dsp:spPr>
        <a:xfrm rot="5400000">
          <a:off x="4494890" y="-387048"/>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smtClean="0">
              <a:latin typeface="+mj-lt"/>
            </a:rPr>
            <a:t>Not yet, further analysis needs to be performed</a:t>
          </a:r>
          <a:endParaRPr lang="en-US" sz="2400" kern="1200" dirty="0">
            <a:latin typeface="+mj-lt"/>
          </a:endParaRPr>
        </a:p>
      </dsp:txBody>
      <dsp:txXfrm rot="-5400000">
        <a:off x="2648096" y="1509252"/>
        <a:ext cx="4658220" cy="915126"/>
      </dsp:txXfrm>
    </dsp:sp>
    <dsp:sp modelId="{78F7217B-D212-4970-A1DF-DFC552A970EF}">
      <dsp:nvSpPr>
        <dsp:cNvPr id="0" name=""/>
        <dsp:cNvSpPr/>
      </dsp:nvSpPr>
      <dsp:spPr>
        <a:xfrm>
          <a:off x="0" y="1332978"/>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61883" y="1394861"/>
        <a:ext cx="2524330" cy="1143907"/>
      </dsp:txXfrm>
    </dsp:sp>
    <dsp:sp modelId="{F64DD39B-6172-4342-A218-27A716C7B3D5}">
      <dsp:nvSpPr>
        <dsp:cNvPr id="0" name=""/>
        <dsp:cNvSpPr/>
      </dsp:nvSpPr>
      <dsp:spPr>
        <a:xfrm rot="5400000">
          <a:off x="4494890" y="932285"/>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No</a:t>
          </a:r>
          <a:endParaRPr lang="en-US" sz="2400" kern="1200" dirty="0">
            <a:latin typeface="+mj-lt"/>
          </a:endParaRPr>
        </a:p>
      </dsp:txBody>
      <dsp:txXfrm rot="-5400000">
        <a:off x="2648096" y="2828585"/>
        <a:ext cx="4658220" cy="915126"/>
      </dsp:txXfrm>
    </dsp:sp>
    <dsp:sp modelId="{7650CA4E-B6B2-4490-AB52-AC04E0010CA7}">
      <dsp:nvSpPr>
        <dsp:cNvPr id="0" name=""/>
        <dsp:cNvSpPr/>
      </dsp:nvSpPr>
      <dsp:spPr>
        <a:xfrm>
          <a:off x="0" y="2664035"/>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C</a:t>
          </a:r>
          <a:endParaRPr lang="en-US" sz="3600" kern="1200" dirty="0"/>
        </a:p>
      </dsp:txBody>
      <dsp:txXfrm>
        <a:off x="61883" y="2725918"/>
        <a:ext cx="2524330" cy="11439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93AC7F-1592-4572-BACD-C9BCA50BE056}">
      <dsp:nvSpPr>
        <dsp:cNvPr id="0" name=""/>
        <dsp:cNvSpPr/>
      </dsp:nvSpPr>
      <dsp:spPr>
        <a:xfrm rot="5400000">
          <a:off x="4736609" y="-2021762"/>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Business Owner – Delegated Controller</a:t>
          </a:r>
          <a:endParaRPr lang="en-US" sz="2000" kern="1200" dirty="0">
            <a:latin typeface="+mj-lt"/>
          </a:endParaRPr>
        </a:p>
      </dsp:txBody>
      <dsp:txXfrm rot="-5400000">
        <a:off x="2648096" y="92658"/>
        <a:ext cx="4681819" cy="478885"/>
      </dsp:txXfrm>
    </dsp:sp>
    <dsp:sp modelId="{8AA7D819-0A7A-4AC8-A0AF-83F126A06EC6}">
      <dsp:nvSpPr>
        <dsp:cNvPr id="0" name=""/>
        <dsp:cNvSpPr/>
      </dsp:nvSpPr>
      <dsp:spPr>
        <a:xfrm>
          <a:off x="0" y="413"/>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32383" y="32796"/>
        <a:ext cx="2583330" cy="598608"/>
      </dsp:txXfrm>
    </dsp:sp>
    <dsp:sp modelId="{8FE42549-D7F4-409C-BB9A-F39AB3A2924F}">
      <dsp:nvSpPr>
        <dsp:cNvPr id="0" name=""/>
        <dsp:cNvSpPr/>
      </dsp:nvSpPr>
      <dsp:spPr>
        <a:xfrm rot="5400000">
          <a:off x="4736609" y="-132521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System Manager</a:t>
          </a:r>
          <a:endParaRPr lang="en-US" sz="2000" kern="1200" dirty="0">
            <a:latin typeface="+mj-lt"/>
          </a:endParaRPr>
        </a:p>
      </dsp:txBody>
      <dsp:txXfrm rot="-5400000">
        <a:off x="2648096" y="789202"/>
        <a:ext cx="4681819" cy="478885"/>
      </dsp:txXfrm>
    </dsp:sp>
    <dsp:sp modelId="{99207052-6862-4E29-ABFA-2DF5AFD11DD9}">
      <dsp:nvSpPr>
        <dsp:cNvPr id="0" name=""/>
        <dsp:cNvSpPr/>
      </dsp:nvSpPr>
      <dsp:spPr>
        <a:xfrm>
          <a:off x="0" y="69695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32383" y="729340"/>
        <a:ext cx="2583330" cy="598608"/>
      </dsp:txXfrm>
    </dsp:sp>
    <dsp:sp modelId="{55C3C7F7-D0D3-480C-B172-920861A692CF}">
      <dsp:nvSpPr>
        <dsp:cNvPr id="0" name=""/>
        <dsp:cNvSpPr/>
      </dsp:nvSpPr>
      <dsp:spPr>
        <a:xfrm rot="5400000">
          <a:off x="4736609" y="-628675"/>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Platform Users</a:t>
          </a:r>
          <a:endParaRPr lang="en-US" sz="2000" kern="1200" dirty="0">
            <a:latin typeface="+mj-lt"/>
          </a:endParaRPr>
        </a:p>
      </dsp:txBody>
      <dsp:txXfrm rot="-5400000">
        <a:off x="2648096" y="1485745"/>
        <a:ext cx="4681819" cy="478885"/>
      </dsp:txXfrm>
    </dsp:sp>
    <dsp:sp modelId="{669D5CB1-EF7D-4B2E-87B4-ADA62276685C}">
      <dsp:nvSpPr>
        <dsp:cNvPr id="0" name=""/>
        <dsp:cNvSpPr/>
      </dsp:nvSpPr>
      <dsp:spPr>
        <a:xfrm>
          <a:off x="0" y="1393500"/>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C</a:t>
          </a:r>
          <a:endParaRPr lang="en-US" sz="2800" b="0" kern="1200" dirty="0">
            <a:latin typeface="+mj-lt"/>
          </a:endParaRPr>
        </a:p>
      </dsp:txBody>
      <dsp:txXfrm>
        <a:off x="32383" y="1425883"/>
        <a:ext cx="2583330" cy="598608"/>
      </dsp:txXfrm>
    </dsp:sp>
    <dsp:sp modelId="{B407BFE4-AF79-416A-91CF-887F73D37BC2}">
      <dsp:nvSpPr>
        <dsp:cNvPr id="0" name=""/>
        <dsp:cNvSpPr/>
      </dsp:nvSpPr>
      <dsp:spPr>
        <a:xfrm rot="5400000">
          <a:off x="4736609" y="6786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CISO – LISO - LCO</a:t>
          </a:r>
          <a:endParaRPr lang="en-US" sz="2000" kern="1200" dirty="0">
            <a:latin typeface="+mj-lt"/>
          </a:endParaRPr>
        </a:p>
      </dsp:txBody>
      <dsp:txXfrm rot="-5400000">
        <a:off x="2648096" y="2182289"/>
        <a:ext cx="4681819" cy="478885"/>
      </dsp:txXfrm>
    </dsp:sp>
    <dsp:sp modelId="{AD687BC8-56AA-43E1-9204-4B6336241213}">
      <dsp:nvSpPr>
        <dsp:cNvPr id="0" name=""/>
        <dsp:cNvSpPr/>
      </dsp:nvSpPr>
      <dsp:spPr>
        <a:xfrm>
          <a:off x="0" y="209004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D</a:t>
          </a:r>
          <a:endParaRPr lang="en-US" sz="2800" b="0" kern="1200" dirty="0">
            <a:latin typeface="+mj-lt"/>
          </a:endParaRPr>
        </a:p>
      </dsp:txBody>
      <dsp:txXfrm>
        <a:off x="32383" y="2122427"/>
        <a:ext cx="2583330" cy="598608"/>
      </dsp:txXfrm>
    </dsp:sp>
    <dsp:sp modelId="{5EDDC500-0E63-441E-8DBF-90720A253B64}">
      <dsp:nvSpPr>
        <dsp:cNvPr id="0" name=""/>
        <dsp:cNvSpPr/>
      </dsp:nvSpPr>
      <dsp:spPr>
        <a:xfrm rot="5400000">
          <a:off x="4736609" y="764411"/>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DPO</a:t>
          </a:r>
          <a:endParaRPr lang="en-US" sz="2000" kern="1200" dirty="0">
            <a:latin typeface="+mj-lt"/>
          </a:endParaRPr>
        </a:p>
      </dsp:txBody>
      <dsp:txXfrm rot="-5400000">
        <a:off x="2648096" y="2878832"/>
        <a:ext cx="4681819" cy="478885"/>
      </dsp:txXfrm>
    </dsp:sp>
    <dsp:sp modelId="{471E7A2B-BB78-4539-B318-E96239E76F44}">
      <dsp:nvSpPr>
        <dsp:cNvPr id="0" name=""/>
        <dsp:cNvSpPr/>
      </dsp:nvSpPr>
      <dsp:spPr>
        <a:xfrm>
          <a:off x="0" y="278658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E</a:t>
          </a:r>
          <a:endParaRPr lang="en-US" sz="2800" b="0" kern="1200" dirty="0">
            <a:latin typeface="+mj-lt"/>
          </a:endParaRPr>
        </a:p>
      </dsp:txBody>
      <dsp:txXfrm>
        <a:off x="32383" y="2818970"/>
        <a:ext cx="2583330" cy="598608"/>
      </dsp:txXfrm>
    </dsp:sp>
    <dsp:sp modelId="{12F8F439-BBFB-4A08-8151-F5EE259D2A81}">
      <dsp:nvSpPr>
        <dsp:cNvPr id="0" name=""/>
        <dsp:cNvSpPr/>
      </dsp:nvSpPr>
      <dsp:spPr>
        <a:xfrm rot="5400000">
          <a:off x="4736609" y="1460954"/>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Senior Management</a:t>
          </a:r>
          <a:endParaRPr lang="en-US" sz="2000" kern="1200" dirty="0">
            <a:latin typeface="+mj-lt"/>
          </a:endParaRPr>
        </a:p>
      </dsp:txBody>
      <dsp:txXfrm rot="-5400000">
        <a:off x="2648096" y="3575375"/>
        <a:ext cx="4681819" cy="478885"/>
      </dsp:txXfrm>
    </dsp:sp>
    <dsp:sp modelId="{8D6F3B33-6479-4D8A-81E4-3DD53658B4B2}">
      <dsp:nvSpPr>
        <dsp:cNvPr id="0" name=""/>
        <dsp:cNvSpPr/>
      </dsp:nvSpPr>
      <dsp:spPr>
        <a:xfrm>
          <a:off x="0" y="3483131"/>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F</a:t>
          </a:r>
          <a:endParaRPr lang="en-US" sz="2800" b="0" kern="1200" dirty="0">
            <a:latin typeface="+mj-lt"/>
          </a:endParaRPr>
        </a:p>
      </dsp:txBody>
      <dsp:txXfrm>
        <a:off x="32383" y="3515514"/>
        <a:ext cx="2583330" cy="598608"/>
      </dsp:txXfrm>
    </dsp:sp>
    <dsp:sp modelId="{1661B362-8798-499D-97D5-FEE402D22E2E}">
      <dsp:nvSpPr>
        <dsp:cNvPr id="0" name=""/>
        <dsp:cNvSpPr/>
      </dsp:nvSpPr>
      <dsp:spPr>
        <a:xfrm rot="5400000">
          <a:off x="4736609" y="215749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Other</a:t>
          </a:r>
          <a:endParaRPr lang="en-US" sz="2000" kern="1200" dirty="0">
            <a:latin typeface="+mj-lt"/>
          </a:endParaRPr>
        </a:p>
      </dsp:txBody>
      <dsp:txXfrm rot="-5400000">
        <a:off x="2648096" y="4271919"/>
        <a:ext cx="4681819" cy="478885"/>
      </dsp:txXfrm>
    </dsp:sp>
    <dsp:sp modelId="{E5CF8583-E724-4780-B61D-4519BAF47E36}">
      <dsp:nvSpPr>
        <dsp:cNvPr id="0" name=""/>
        <dsp:cNvSpPr/>
      </dsp:nvSpPr>
      <dsp:spPr>
        <a:xfrm>
          <a:off x="0" y="417967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G</a:t>
          </a:r>
          <a:endParaRPr lang="en-US" sz="2800" b="0" kern="1200" dirty="0">
            <a:latin typeface="+mj-lt"/>
          </a:endParaRPr>
        </a:p>
      </dsp:txBody>
      <dsp:txXfrm>
        <a:off x="32383" y="4212057"/>
        <a:ext cx="2583330" cy="5986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CDEB0A-1E35-470A-9383-5D52229FD191}">
      <dsp:nvSpPr>
        <dsp:cNvPr id="0" name=""/>
        <dsp:cNvSpPr/>
      </dsp:nvSpPr>
      <dsp:spPr>
        <a:xfrm rot="5400000">
          <a:off x="4459780" y="-1638576"/>
          <a:ext cx="1175035" cy="475039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Security incident response process, </a:t>
          </a:r>
        </a:p>
        <a:p>
          <a:pPr marL="228600" lvl="1" indent="-228600" algn="l" defTabSz="1066800">
            <a:lnSpc>
              <a:spcPct val="90000"/>
            </a:lnSpc>
            <a:spcBef>
              <a:spcPct val="0"/>
            </a:spcBef>
            <a:spcAft>
              <a:spcPct val="15000"/>
            </a:spcAft>
            <a:buChar char="••"/>
          </a:pPr>
          <a:r>
            <a:rPr lang="en-US" sz="2400" kern="1200" smtClean="0">
              <a:latin typeface="+mj-lt"/>
            </a:rPr>
            <a:t>initiated by ……..</a:t>
          </a:r>
          <a:endParaRPr lang="en-US" sz="2400" kern="1200" dirty="0">
            <a:latin typeface="+mj-lt"/>
          </a:endParaRPr>
        </a:p>
      </dsp:txBody>
      <dsp:txXfrm rot="-5400000">
        <a:off x="2672099" y="206465"/>
        <a:ext cx="4693038" cy="1060315"/>
      </dsp:txXfrm>
    </dsp:sp>
    <dsp:sp modelId="{E7807F9C-479B-4963-96B5-CE749823589B}">
      <dsp:nvSpPr>
        <dsp:cNvPr id="0" name=""/>
        <dsp:cNvSpPr/>
      </dsp:nvSpPr>
      <dsp:spPr>
        <a:xfrm>
          <a:off x="0" y="2225"/>
          <a:ext cx="2672098" cy="14687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71701" y="73926"/>
        <a:ext cx="2528696" cy="1325391"/>
      </dsp:txXfrm>
    </dsp:sp>
    <dsp:sp modelId="{361171D6-1B82-494C-889F-BF8A8D49278F}">
      <dsp:nvSpPr>
        <dsp:cNvPr id="0" name=""/>
        <dsp:cNvSpPr/>
      </dsp:nvSpPr>
      <dsp:spPr>
        <a:xfrm rot="5400000">
          <a:off x="4459780" y="-96343"/>
          <a:ext cx="1175035" cy="475039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Personal data breach management process,</a:t>
          </a:r>
        </a:p>
        <a:p>
          <a:pPr marL="228600" lvl="1" indent="-228600" algn="l" defTabSz="1066800">
            <a:lnSpc>
              <a:spcPct val="90000"/>
            </a:lnSpc>
            <a:spcBef>
              <a:spcPct val="0"/>
            </a:spcBef>
            <a:spcAft>
              <a:spcPct val="15000"/>
            </a:spcAft>
            <a:buChar char="••"/>
          </a:pPr>
          <a:r>
            <a:rPr lang="en-US" sz="2400" kern="1200" smtClean="0">
              <a:latin typeface="+mj-lt"/>
            </a:rPr>
            <a:t>initiated by ……..</a:t>
          </a:r>
          <a:endParaRPr lang="en-US" sz="2400" kern="1200" dirty="0">
            <a:latin typeface="+mj-lt"/>
          </a:endParaRPr>
        </a:p>
      </dsp:txBody>
      <dsp:txXfrm rot="-5400000">
        <a:off x="2672099" y="1748698"/>
        <a:ext cx="4693038" cy="1060315"/>
      </dsp:txXfrm>
    </dsp:sp>
    <dsp:sp modelId="{D14CDC93-05D7-446B-9F1F-92FF98AEC58A}">
      <dsp:nvSpPr>
        <dsp:cNvPr id="0" name=""/>
        <dsp:cNvSpPr/>
      </dsp:nvSpPr>
      <dsp:spPr>
        <a:xfrm>
          <a:off x="0" y="1544459"/>
          <a:ext cx="2672098" cy="14687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71701" y="1616160"/>
        <a:ext cx="2528696" cy="1325391"/>
      </dsp:txXfrm>
    </dsp:sp>
    <dsp:sp modelId="{138EA5AA-BBB8-4AC0-85B6-25F0F15C6EDD}">
      <dsp:nvSpPr>
        <dsp:cNvPr id="0" name=""/>
        <dsp:cNvSpPr/>
      </dsp:nvSpPr>
      <dsp:spPr>
        <a:xfrm rot="5400000">
          <a:off x="4459780" y="1445890"/>
          <a:ext cx="1175035" cy="475039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Other,</a:t>
          </a:r>
        </a:p>
        <a:p>
          <a:pPr marL="228600" lvl="1" indent="-228600" algn="l" defTabSz="1066800">
            <a:lnSpc>
              <a:spcPct val="90000"/>
            </a:lnSpc>
            <a:spcBef>
              <a:spcPct val="0"/>
            </a:spcBef>
            <a:spcAft>
              <a:spcPct val="15000"/>
            </a:spcAft>
            <a:buChar char="••"/>
          </a:pPr>
          <a:r>
            <a:rPr lang="en-US" sz="2400" kern="1200" smtClean="0">
              <a:latin typeface="+mj-lt"/>
            </a:rPr>
            <a:t>initiated by .....</a:t>
          </a:r>
          <a:endParaRPr lang="en-US" sz="2400" kern="1200" dirty="0">
            <a:latin typeface="+mj-lt"/>
          </a:endParaRPr>
        </a:p>
      </dsp:txBody>
      <dsp:txXfrm rot="-5400000">
        <a:off x="2672099" y="3290931"/>
        <a:ext cx="4693038" cy="1060315"/>
      </dsp:txXfrm>
    </dsp:sp>
    <dsp:sp modelId="{F96EA925-B3A1-4043-8E2F-11C43C637AFE}">
      <dsp:nvSpPr>
        <dsp:cNvPr id="0" name=""/>
        <dsp:cNvSpPr/>
      </dsp:nvSpPr>
      <dsp:spPr>
        <a:xfrm>
          <a:off x="0" y="3086692"/>
          <a:ext cx="2672098" cy="14687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C</a:t>
          </a:r>
          <a:endParaRPr lang="en-US" sz="3600" kern="1200" dirty="0"/>
        </a:p>
      </dsp:txBody>
      <dsp:txXfrm>
        <a:off x="71701" y="3158393"/>
        <a:ext cx="2528696" cy="13253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D3D92-A6E0-410C-B4CF-29B4DE84FE67}">
      <dsp:nvSpPr>
        <dsp:cNvPr id="0" name=""/>
        <dsp:cNvSpPr/>
      </dsp:nvSpPr>
      <dsp:spPr>
        <a:xfrm rot="5400000">
          <a:off x="4494890" y="-1718105"/>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Yes</a:t>
          </a:r>
          <a:endParaRPr lang="en-US" sz="2400" kern="1200" dirty="0">
            <a:latin typeface="+mj-lt"/>
          </a:endParaRPr>
        </a:p>
      </dsp:txBody>
      <dsp:txXfrm rot="-5400000">
        <a:off x="2648096" y="178195"/>
        <a:ext cx="4658220" cy="915126"/>
      </dsp:txXfrm>
    </dsp:sp>
    <dsp:sp modelId="{81080DCF-228E-4AF1-A0C0-812478B95872}">
      <dsp:nvSpPr>
        <dsp:cNvPr id="0" name=""/>
        <dsp:cNvSpPr/>
      </dsp:nvSpPr>
      <dsp:spPr>
        <a:xfrm>
          <a:off x="0" y="1920"/>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61883" y="63803"/>
        <a:ext cx="2524330" cy="1143907"/>
      </dsp:txXfrm>
    </dsp:sp>
    <dsp:sp modelId="{F918E2C8-BE44-47B7-864D-9FB9C2E8F44A}">
      <dsp:nvSpPr>
        <dsp:cNvPr id="0" name=""/>
        <dsp:cNvSpPr/>
      </dsp:nvSpPr>
      <dsp:spPr>
        <a:xfrm rot="5400000">
          <a:off x="4494890" y="-387048"/>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Not yet, further analysis needs to be performed</a:t>
          </a:r>
          <a:endParaRPr lang="en-US" sz="2400" kern="1200" dirty="0">
            <a:latin typeface="+mj-lt"/>
          </a:endParaRPr>
        </a:p>
      </dsp:txBody>
      <dsp:txXfrm rot="-5400000">
        <a:off x="2648096" y="1509252"/>
        <a:ext cx="4658220" cy="915126"/>
      </dsp:txXfrm>
    </dsp:sp>
    <dsp:sp modelId="{2CAA847B-A08C-45D9-993B-0A463A2D674D}">
      <dsp:nvSpPr>
        <dsp:cNvPr id="0" name=""/>
        <dsp:cNvSpPr/>
      </dsp:nvSpPr>
      <dsp:spPr>
        <a:xfrm>
          <a:off x="0" y="1332978"/>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61883" y="1394861"/>
        <a:ext cx="2524330" cy="1143907"/>
      </dsp:txXfrm>
    </dsp:sp>
    <dsp:sp modelId="{A7834C8E-816B-4964-B190-2C768CD8BB6A}">
      <dsp:nvSpPr>
        <dsp:cNvPr id="0" name=""/>
        <dsp:cNvSpPr/>
      </dsp:nvSpPr>
      <dsp:spPr>
        <a:xfrm rot="5400000">
          <a:off x="4494890" y="944009"/>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No</a:t>
          </a:r>
          <a:endParaRPr lang="en-US" sz="2400" kern="1200" dirty="0">
            <a:latin typeface="+mj-lt"/>
          </a:endParaRPr>
        </a:p>
      </dsp:txBody>
      <dsp:txXfrm rot="-5400000">
        <a:off x="2648096" y="2840309"/>
        <a:ext cx="4658220" cy="915126"/>
      </dsp:txXfrm>
    </dsp:sp>
    <dsp:sp modelId="{A58A2257-F36B-42F4-9246-C991DA8C651B}">
      <dsp:nvSpPr>
        <dsp:cNvPr id="0" name=""/>
        <dsp:cNvSpPr/>
      </dsp:nvSpPr>
      <dsp:spPr>
        <a:xfrm>
          <a:off x="0" y="2664035"/>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C</a:t>
          </a:r>
          <a:endParaRPr lang="en-US" sz="3600" kern="1200" dirty="0"/>
        </a:p>
      </dsp:txBody>
      <dsp:txXfrm>
        <a:off x="61883" y="2725918"/>
        <a:ext cx="2524330" cy="11439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20779-ABE6-4801-9DAF-60AE986E6AB8}">
      <dsp:nvSpPr>
        <dsp:cNvPr id="0" name=""/>
        <dsp:cNvSpPr/>
      </dsp:nvSpPr>
      <dsp:spPr>
        <a:xfrm rot="5400000">
          <a:off x="4736609" y="-2021762"/>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mj-lt"/>
            </a:rPr>
            <a:t>Business Owner – Delegated Controller</a:t>
          </a:r>
          <a:endParaRPr lang="en-US" sz="2000" kern="1200" dirty="0">
            <a:latin typeface="+mj-lt"/>
          </a:endParaRPr>
        </a:p>
      </dsp:txBody>
      <dsp:txXfrm rot="-5400000">
        <a:off x="2648096" y="92658"/>
        <a:ext cx="4681819" cy="478885"/>
      </dsp:txXfrm>
    </dsp:sp>
    <dsp:sp modelId="{AE5C5CC9-6970-4A5B-A831-AF1368DC75D0}">
      <dsp:nvSpPr>
        <dsp:cNvPr id="0" name=""/>
        <dsp:cNvSpPr/>
      </dsp:nvSpPr>
      <dsp:spPr>
        <a:xfrm>
          <a:off x="0" y="413"/>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32383" y="32796"/>
        <a:ext cx="2583330" cy="598608"/>
      </dsp:txXfrm>
    </dsp:sp>
    <dsp:sp modelId="{F236A7F3-FB21-45F1-9CF7-01DD05E33E10}">
      <dsp:nvSpPr>
        <dsp:cNvPr id="0" name=""/>
        <dsp:cNvSpPr/>
      </dsp:nvSpPr>
      <dsp:spPr>
        <a:xfrm rot="5400000">
          <a:off x="4736609" y="-132521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System Manager</a:t>
          </a:r>
          <a:endParaRPr lang="en-US" sz="2000" kern="1200" dirty="0">
            <a:latin typeface="+mj-lt"/>
          </a:endParaRPr>
        </a:p>
      </dsp:txBody>
      <dsp:txXfrm rot="-5400000">
        <a:off x="2648096" y="789202"/>
        <a:ext cx="4681819" cy="478885"/>
      </dsp:txXfrm>
    </dsp:sp>
    <dsp:sp modelId="{CD6529A9-35E4-441E-A7EE-8EA0F82F9BF0}">
      <dsp:nvSpPr>
        <dsp:cNvPr id="0" name=""/>
        <dsp:cNvSpPr/>
      </dsp:nvSpPr>
      <dsp:spPr>
        <a:xfrm>
          <a:off x="0" y="69695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32383" y="729340"/>
        <a:ext cx="2583330" cy="598608"/>
      </dsp:txXfrm>
    </dsp:sp>
    <dsp:sp modelId="{9C7B74C4-D526-45B1-A938-7F68AF31C1BE}">
      <dsp:nvSpPr>
        <dsp:cNvPr id="0" name=""/>
        <dsp:cNvSpPr/>
      </dsp:nvSpPr>
      <dsp:spPr>
        <a:xfrm rot="5400000">
          <a:off x="4736609" y="-628675"/>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Platform Users</a:t>
          </a:r>
          <a:endParaRPr lang="en-US" sz="2000" kern="1200" dirty="0">
            <a:latin typeface="+mj-lt"/>
          </a:endParaRPr>
        </a:p>
      </dsp:txBody>
      <dsp:txXfrm rot="-5400000">
        <a:off x="2648096" y="1485745"/>
        <a:ext cx="4681819" cy="478885"/>
      </dsp:txXfrm>
    </dsp:sp>
    <dsp:sp modelId="{C508E9DF-1AF1-4A14-A680-961F32E0B195}">
      <dsp:nvSpPr>
        <dsp:cNvPr id="0" name=""/>
        <dsp:cNvSpPr/>
      </dsp:nvSpPr>
      <dsp:spPr>
        <a:xfrm>
          <a:off x="0" y="1393500"/>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C</a:t>
          </a:r>
          <a:endParaRPr lang="en-US" sz="2800" b="0" kern="1200" dirty="0">
            <a:latin typeface="+mj-lt"/>
          </a:endParaRPr>
        </a:p>
      </dsp:txBody>
      <dsp:txXfrm>
        <a:off x="32383" y="1425883"/>
        <a:ext cx="2583330" cy="598608"/>
      </dsp:txXfrm>
    </dsp:sp>
    <dsp:sp modelId="{AFE45F9C-3744-445E-AE6A-8A7067CCEC36}">
      <dsp:nvSpPr>
        <dsp:cNvPr id="0" name=""/>
        <dsp:cNvSpPr/>
      </dsp:nvSpPr>
      <dsp:spPr>
        <a:xfrm rot="5400000">
          <a:off x="4736609" y="6786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CISO – LISO - LCO</a:t>
          </a:r>
          <a:endParaRPr lang="en-US" sz="2000" kern="1200" dirty="0">
            <a:latin typeface="+mj-lt"/>
          </a:endParaRPr>
        </a:p>
      </dsp:txBody>
      <dsp:txXfrm rot="-5400000">
        <a:off x="2648096" y="2182289"/>
        <a:ext cx="4681819" cy="478885"/>
      </dsp:txXfrm>
    </dsp:sp>
    <dsp:sp modelId="{E0E3615D-C470-478E-9E09-4FF9157038F9}">
      <dsp:nvSpPr>
        <dsp:cNvPr id="0" name=""/>
        <dsp:cNvSpPr/>
      </dsp:nvSpPr>
      <dsp:spPr>
        <a:xfrm>
          <a:off x="0" y="209004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D</a:t>
          </a:r>
          <a:endParaRPr lang="en-US" sz="2800" b="0" kern="1200" dirty="0">
            <a:latin typeface="+mj-lt"/>
          </a:endParaRPr>
        </a:p>
      </dsp:txBody>
      <dsp:txXfrm>
        <a:off x="32383" y="2122427"/>
        <a:ext cx="2583330" cy="598608"/>
      </dsp:txXfrm>
    </dsp:sp>
    <dsp:sp modelId="{F514797B-3F46-4ABA-8C2F-F7A0AC4498A3}">
      <dsp:nvSpPr>
        <dsp:cNvPr id="0" name=""/>
        <dsp:cNvSpPr/>
      </dsp:nvSpPr>
      <dsp:spPr>
        <a:xfrm rot="5400000">
          <a:off x="4736609" y="764411"/>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DPO</a:t>
          </a:r>
          <a:endParaRPr lang="en-US" sz="2000" kern="1200" dirty="0">
            <a:latin typeface="+mj-lt"/>
          </a:endParaRPr>
        </a:p>
      </dsp:txBody>
      <dsp:txXfrm rot="-5400000">
        <a:off x="2648096" y="2878832"/>
        <a:ext cx="4681819" cy="478885"/>
      </dsp:txXfrm>
    </dsp:sp>
    <dsp:sp modelId="{81632AF3-C4D3-42FD-8F56-CC91B73A8F44}">
      <dsp:nvSpPr>
        <dsp:cNvPr id="0" name=""/>
        <dsp:cNvSpPr/>
      </dsp:nvSpPr>
      <dsp:spPr>
        <a:xfrm>
          <a:off x="0" y="278658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E</a:t>
          </a:r>
          <a:endParaRPr lang="en-US" sz="2800" b="0" kern="1200" dirty="0">
            <a:latin typeface="+mj-lt"/>
          </a:endParaRPr>
        </a:p>
      </dsp:txBody>
      <dsp:txXfrm>
        <a:off x="32383" y="2818970"/>
        <a:ext cx="2583330" cy="598608"/>
      </dsp:txXfrm>
    </dsp:sp>
    <dsp:sp modelId="{A38518C0-3C3F-4960-83D8-5931EFE72901}">
      <dsp:nvSpPr>
        <dsp:cNvPr id="0" name=""/>
        <dsp:cNvSpPr/>
      </dsp:nvSpPr>
      <dsp:spPr>
        <a:xfrm rot="5400000">
          <a:off x="4736609" y="1460954"/>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Senior Management</a:t>
          </a:r>
          <a:endParaRPr lang="en-US" sz="2000" kern="1200" dirty="0">
            <a:latin typeface="+mj-lt"/>
          </a:endParaRPr>
        </a:p>
      </dsp:txBody>
      <dsp:txXfrm rot="-5400000">
        <a:off x="2648096" y="3575375"/>
        <a:ext cx="4681819" cy="478885"/>
      </dsp:txXfrm>
    </dsp:sp>
    <dsp:sp modelId="{11EE6C28-789D-4618-A8DA-D9EA3AA8D947}">
      <dsp:nvSpPr>
        <dsp:cNvPr id="0" name=""/>
        <dsp:cNvSpPr/>
      </dsp:nvSpPr>
      <dsp:spPr>
        <a:xfrm>
          <a:off x="0" y="3483131"/>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F</a:t>
          </a:r>
          <a:endParaRPr lang="en-US" sz="2800" b="0" kern="1200" dirty="0">
            <a:latin typeface="+mj-lt"/>
          </a:endParaRPr>
        </a:p>
      </dsp:txBody>
      <dsp:txXfrm>
        <a:off x="32383" y="3515514"/>
        <a:ext cx="2583330" cy="598608"/>
      </dsp:txXfrm>
    </dsp:sp>
    <dsp:sp modelId="{03FBE92E-E7AD-4852-A880-D10FA526B2B8}">
      <dsp:nvSpPr>
        <dsp:cNvPr id="0" name=""/>
        <dsp:cNvSpPr/>
      </dsp:nvSpPr>
      <dsp:spPr>
        <a:xfrm rot="5400000">
          <a:off x="4736609" y="215749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Other</a:t>
          </a:r>
          <a:endParaRPr lang="en-US" sz="2000" kern="1200" dirty="0">
            <a:latin typeface="+mj-lt"/>
          </a:endParaRPr>
        </a:p>
      </dsp:txBody>
      <dsp:txXfrm rot="-5400000">
        <a:off x="2648096" y="4271919"/>
        <a:ext cx="4681819" cy="478885"/>
      </dsp:txXfrm>
    </dsp:sp>
    <dsp:sp modelId="{20905F73-3FD2-4584-8BB9-DF781BC5D6EC}">
      <dsp:nvSpPr>
        <dsp:cNvPr id="0" name=""/>
        <dsp:cNvSpPr/>
      </dsp:nvSpPr>
      <dsp:spPr>
        <a:xfrm>
          <a:off x="0" y="417967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G</a:t>
          </a:r>
          <a:endParaRPr lang="en-US" sz="2800" b="0" kern="1200" dirty="0">
            <a:latin typeface="+mj-lt"/>
          </a:endParaRPr>
        </a:p>
      </dsp:txBody>
      <dsp:txXfrm>
        <a:off x="32383" y="4212057"/>
        <a:ext cx="2583330" cy="59860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D5FF6-6D38-4B5F-A7CA-6F3C1D83BF91}">
      <dsp:nvSpPr>
        <dsp:cNvPr id="0" name=""/>
        <dsp:cNvSpPr/>
      </dsp:nvSpPr>
      <dsp:spPr>
        <a:xfrm rot="5400000">
          <a:off x="4459780" y="-1638576"/>
          <a:ext cx="1175035" cy="475039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Security incident response process, </a:t>
          </a:r>
        </a:p>
        <a:p>
          <a:pPr marL="228600" lvl="1" indent="-228600" algn="l" defTabSz="1066800">
            <a:lnSpc>
              <a:spcPct val="90000"/>
            </a:lnSpc>
            <a:spcBef>
              <a:spcPct val="0"/>
            </a:spcBef>
            <a:spcAft>
              <a:spcPct val="15000"/>
            </a:spcAft>
            <a:buChar char="••"/>
          </a:pPr>
          <a:r>
            <a:rPr lang="en-US" sz="2400" kern="1200" smtClean="0">
              <a:latin typeface="+mj-lt"/>
            </a:rPr>
            <a:t>initiated by ……..</a:t>
          </a:r>
          <a:endParaRPr lang="en-US" sz="2400" kern="1200" dirty="0">
            <a:latin typeface="+mj-lt"/>
          </a:endParaRPr>
        </a:p>
      </dsp:txBody>
      <dsp:txXfrm rot="-5400000">
        <a:off x="2672099" y="206465"/>
        <a:ext cx="4693038" cy="1060315"/>
      </dsp:txXfrm>
    </dsp:sp>
    <dsp:sp modelId="{436873A4-A3F9-42D1-BD2F-8553914EB08E}">
      <dsp:nvSpPr>
        <dsp:cNvPr id="0" name=""/>
        <dsp:cNvSpPr/>
      </dsp:nvSpPr>
      <dsp:spPr>
        <a:xfrm>
          <a:off x="0" y="2225"/>
          <a:ext cx="2672098" cy="14687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71701" y="73926"/>
        <a:ext cx="2528696" cy="1325391"/>
      </dsp:txXfrm>
    </dsp:sp>
    <dsp:sp modelId="{6221FB6A-98EF-4B83-AC31-5F30B7B56036}">
      <dsp:nvSpPr>
        <dsp:cNvPr id="0" name=""/>
        <dsp:cNvSpPr/>
      </dsp:nvSpPr>
      <dsp:spPr>
        <a:xfrm rot="5400000">
          <a:off x="4459780" y="-96343"/>
          <a:ext cx="1175035" cy="475039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Personal data breach management process,</a:t>
          </a:r>
        </a:p>
        <a:p>
          <a:pPr marL="228600" lvl="1" indent="-228600" algn="l" defTabSz="1066800">
            <a:lnSpc>
              <a:spcPct val="90000"/>
            </a:lnSpc>
            <a:spcBef>
              <a:spcPct val="0"/>
            </a:spcBef>
            <a:spcAft>
              <a:spcPct val="15000"/>
            </a:spcAft>
            <a:buChar char="••"/>
          </a:pPr>
          <a:r>
            <a:rPr lang="en-US" sz="2400" kern="1200" smtClean="0">
              <a:latin typeface="+mj-lt"/>
            </a:rPr>
            <a:t>initiated by ……..</a:t>
          </a:r>
          <a:endParaRPr lang="en-US" sz="2400" kern="1200" dirty="0">
            <a:latin typeface="+mj-lt"/>
          </a:endParaRPr>
        </a:p>
      </dsp:txBody>
      <dsp:txXfrm rot="-5400000">
        <a:off x="2672099" y="1748698"/>
        <a:ext cx="4693038" cy="1060315"/>
      </dsp:txXfrm>
    </dsp:sp>
    <dsp:sp modelId="{CE958D05-FC2C-41A8-BA48-227BF3E44D3B}">
      <dsp:nvSpPr>
        <dsp:cNvPr id="0" name=""/>
        <dsp:cNvSpPr/>
      </dsp:nvSpPr>
      <dsp:spPr>
        <a:xfrm>
          <a:off x="0" y="1544459"/>
          <a:ext cx="2672098" cy="14687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71701" y="1616160"/>
        <a:ext cx="2528696" cy="1325391"/>
      </dsp:txXfrm>
    </dsp:sp>
    <dsp:sp modelId="{3157FC98-78BB-4214-8958-D40608A8DD46}">
      <dsp:nvSpPr>
        <dsp:cNvPr id="0" name=""/>
        <dsp:cNvSpPr/>
      </dsp:nvSpPr>
      <dsp:spPr>
        <a:xfrm rot="5400000">
          <a:off x="4459780" y="1445890"/>
          <a:ext cx="1175035" cy="475039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Other,</a:t>
          </a:r>
        </a:p>
        <a:p>
          <a:pPr marL="228600" lvl="1" indent="-228600" algn="l" defTabSz="1066800">
            <a:lnSpc>
              <a:spcPct val="90000"/>
            </a:lnSpc>
            <a:spcBef>
              <a:spcPct val="0"/>
            </a:spcBef>
            <a:spcAft>
              <a:spcPct val="15000"/>
            </a:spcAft>
            <a:buChar char="••"/>
          </a:pPr>
          <a:r>
            <a:rPr lang="en-US" sz="2400" kern="1200" smtClean="0">
              <a:latin typeface="+mj-lt"/>
            </a:rPr>
            <a:t>initiated by .....</a:t>
          </a:r>
          <a:endParaRPr lang="en-US" sz="2400" kern="1200" dirty="0">
            <a:latin typeface="+mj-lt"/>
          </a:endParaRPr>
        </a:p>
      </dsp:txBody>
      <dsp:txXfrm rot="-5400000">
        <a:off x="2672099" y="3290931"/>
        <a:ext cx="4693038" cy="1060315"/>
      </dsp:txXfrm>
    </dsp:sp>
    <dsp:sp modelId="{68418619-69F4-44FE-B795-60D7CBC33A4C}">
      <dsp:nvSpPr>
        <dsp:cNvPr id="0" name=""/>
        <dsp:cNvSpPr/>
      </dsp:nvSpPr>
      <dsp:spPr>
        <a:xfrm>
          <a:off x="0" y="3086692"/>
          <a:ext cx="2672098" cy="14687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C</a:t>
          </a:r>
          <a:endParaRPr lang="en-US" sz="3600" kern="1200" dirty="0"/>
        </a:p>
      </dsp:txBody>
      <dsp:txXfrm>
        <a:off x="71701" y="3158393"/>
        <a:ext cx="2528696" cy="132539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46F294-4A5F-412B-9794-BF370A6605CB}">
      <dsp:nvSpPr>
        <dsp:cNvPr id="0" name=""/>
        <dsp:cNvSpPr/>
      </dsp:nvSpPr>
      <dsp:spPr>
        <a:xfrm rot="5400000">
          <a:off x="4736609" y="-2021762"/>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Isolate the compromised server</a:t>
          </a:r>
          <a:endParaRPr lang="en-US" sz="2000" kern="1200" dirty="0">
            <a:latin typeface="+mj-lt"/>
          </a:endParaRPr>
        </a:p>
      </dsp:txBody>
      <dsp:txXfrm rot="-5400000">
        <a:off x="2648096" y="92658"/>
        <a:ext cx="4681819" cy="478885"/>
      </dsp:txXfrm>
    </dsp:sp>
    <dsp:sp modelId="{38750E3B-0D5D-4555-8C68-1C82D154C272}">
      <dsp:nvSpPr>
        <dsp:cNvPr id="0" name=""/>
        <dsp:cNvSpPr/>
      </dsp:nvSpPr>
      <dsp:spPr>
        <a:xfrm>
          <a:off x="0" y="413"/>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32383" y="32796"/>
        <a:ext cx="2583330" cy="598608"/>
      </dsp:txXfrm>
    </dsp:sp>
    <dsp:sp modelId="{D70F7F61-4E36-499E-9E0E-7580B15D8400}">
      <dsp:nvSpPr>
        <dsp:cNvPr id="0" name=""/>
        <dsp:cNvSpPr/>
      </dsp:nvSpPr>
      <dsp:spPr>
        <a:xfrm rot="5400000">
          <a:off x="4736609" y="-132521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Force change of passwords for all users</a:t>
          </a:r>
          <a:endParaRPr lang="en-US" sz="2000" kern="1200" dirty="0">
            <a:latin typeface="+mj-lt"/>
          </a:endParaRPr>
        </a:p>
      </dsp:txBody>
      <dsp:txXfrm rot="-5400000">
        <a:off x="2648096" y="789202"/>
        <a:ext cx="4681819" cy="478885"/>
      </dsp:txXfrm>
    </dsp:sp>
    <dsp:sp modelId="{ACD39A6D-F4D5-451A-A312-850EFD7F5566}">
      <dsp:nvSpPr>
        <dsp:cNvPr id="0" name=""/>
        <dsp:cNvSpPr/>
      </dsp:nvSpPr>
      <dsp:spPr>
        <a:xfrm>
          <a:off x="0" y="69695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32383" y="729340"/>
        <a:ext cx="2583330" cy="598608"/>
      </dsp:txXfrm>
    </dsp:sp>
    <dsp:sp modelId="{12C665FB-FEE3-44E2-8336-0C77483C8897}">
      <dsp:nvSpPr>
        <dsp:cNvPr id="0" name=""/>
        <dsp:cNvSpPr/>
      </dsp:nvSpPr>
      <dsp:spPr>
        <a:xfrm rot="5400000">
          <a:off x="4736609" y="-628675"/>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Rebuild the server, including updating and patching</a:t>
          </a:r>
          <a:endParaRPr lang="en-US" sz="2000" kern="1200" dirty="0">
            <a:latin typeface="+mj-lt"/>
          </a:endParaRPr>
        </a:p>
      </dsp:txBody>
      <dsp:txXfrm rot="-5400000">
        <a:off x="2648096" y="1485745"/>
        <a:ext cx="4681819" cy="478885"/>
      </dsp:txXfrm>
    </dsp:sp>
    <dsp:sp modelId="{F4AED88D-12D3-4B2F-B7C1-089BB6460DEC}">
      <dsp:nvSpPr>
        <dsp:cNvPr id="0" name=""/>
        <dsp:cNvSpPr/>
      </dsp:nvSpPr>
      <dsp:spPr>
        <a:xfrm>
          <a:off x="0" y="1393500"/>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C</a:t>
          </a:r>
          <a:endParaRPr lang="en-US" sz="2800" b="0" kern="1200" dirty="0">
            <a:latin typeface="+mj-lt"/>
          </a:endParaRPr>
        </a:p>
      </dsp:txBody>
      <dsp:txXfrm>
        <a:off x="32383" y="1425883"/>
        <a:ext cx="2583330" cy="598608"/>
      </dsp:txXfrm>
    </dsp:sp>
    <dsp:sp modelId="{CE1B959A-923A-4648-A113-68B7BAC67FDB}">
      <dsp:nvSpPr>
        <dsp:cNvPr id="0" name=""/>
        <dsp:cNvSpPr/>
      </dsp:nvSpPr>
      <dsp:spPr>
        <a:xfrm rot="5400000">
          <a:off x="4736609" y="6786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Monitor network traffic</a:t>
          </a:r>
          <a:endParaRPr lang="en-US" sz="2000" kern="1200" dirty="0">
            <a:latin typeface="+mj-lt"/>
          </a:endParaRPr>
        </a:p>
      </dsp:txBody>
      <dsp:txXfrm rot="-5400000">
        <a:off x="2648096" y="2182289"/>
        <a:ext cx="4681819" cy="478885"/>
      </dsp:txXfrm>
    </dsp:sp>
    <dsp:sp modelId="{4344599B-8DB2-4223-B289-89E44B69ECE9}">
      <dsp:nvSpPr>
        <dsp:cNvPr id="0" name=""/>
        <dsp:cNvSpPr/>
      </dsp:nvSpPr>
      <dsp:spPr>
        <a:xfrm>
          <a:off x="0" y="209004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D</a:t>
          </a:r>
          <a:endParaRPr lang="en-US" sz="2800" b="0" kern="1200" dirty="0">
            <a:latin typeface="+mj-lt"/>
          </a:endParaRPr>
        </a:p>
      </dsp:txBody>
      <dsp:txXfrm>
        <a:off x="32383" y="2122427"/>
        <a:ext cx="2583330" cy="598608"/>
      </dsp:txXfrm>
    </dsp:sp>
    <dsp:sp modelId="{82C4FBB1-6512-4EF7-BF12-8592D69494FA}">
      <dsp:nvSpPr>
        <dsp:cNvPr id="0" name=""/>
        <dsp:cNvSpPr/>
      </dsp:nvSpPr>
      <dsp:spPr>
        <a:xfrm rot="5400000">
          <a:off x="4736609" y="764411"/>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Review firewall settings</a:t>
          </a:r>
          <a:endParaRPr lang="en-US" sz="2000" kern="1200" dirty="0">
            <a:latin typeface="+mj-lt"/>
          </a:endParaRPr>
        </a:p>
      </dsp:txBody>
      <dsp:txXfrm rot="-5400000">
        <a:off x="2648096" y="2878832"/>
        <a:ext cx="4681819" cy="478885"/>
      </dsp:txXfrm>
    </dsp:sp>
    <dsp:sp modelId="{6ADD01D8-0723-4643-8624-0F644D8B931E}">
      <dsp:nvSpPr>
        <dsp:cNvPr id="0" name=""/>
        <dsp:cNvSpPr/>
      </dsp:nvSpPr>
      <dsp:spPr>
        <a:xfrm>
          <a:off x="0" y="278658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E</a:t>
          </a:r>
          <a:endParaRPr lang="en-US" sz="2800" b="0" kern="1200" dirty="0">
            <a:latin typeface="+mj-lt"/>
          </a:endParaRPr>
        </a:p>
      </dsp:txBody>
      <dsp:txXfrm>
        <a:off x="32383" y="2818970"/>
        <a:ext cx="2583330" cy="598608"/>
      </dsp:txXfrm>
    </dsp:sp>
    <dsp:sp modelId="{CC898D9F-33FF-4961-BCED-B1341194DD5F}">
      <dsp:nvSpPr>
        <dsp:cNvPr id="0" name=""/>
        <dsp:cNvSpPr/>
      </dsp:nvSpPr>
      <dsp:spPr>
        <a:xfrm rot="5400000">
          <a:off x="4736609" y="1460954"/>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Inform users that their credentials have been leaked</a:t>
          </a:r>
          <a:endParaRPr lang="en-US" sz="2000" kern="1200" dirty="0">
            <a:latin typeface="+mj-lt"/>
          </a:endParaRPr>
        </a:p>
      </dsp:txBody>
      <dsp:txXfrm rot="-5400000">
        <a:off x="2648096" y="3575375"/>
        <a:ext cx="4681819" cy="478885"/>
      </dsp:txXfrm>
    </dsp:sp>
    <dsp:sp modelId="{9450C7DD-20BE-42D9-9F2B-DD194DC47541}">
      <dsp:nvSpPr>
        <dsp:cNvPr id="0" name=""/>
        <dsp:cNvSpPr/>
      </dsp:nvSpPr>
      <dsp:spPr>
        <a:xfrm>
          <a:off x="0" y="3483131"/>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F</a:t>
          </a:r>
          <a:endParaRPr lang="en-US" sz="2800" b="0" kern="1200" dirty="0">
            <a:latin typeface="+mj-lt"/>
          </a:endParaRPr>
        </a:p>
      </dsp:txBody>
      <dsp:txXfrm>
        <a:off x="32383" y="3515514"/>
        <a:ext cx="2583330" cy="598608"/>
      </dsp:txXfrm>
    </dsp:sp>
    <dsp:sp modelId="{B994A879-C86A-4D97-8B59-BBC2E86AC8E2}">
      <dsp:nvSpPr>
        <dsp:cNvPr id="0" name=""/>
        <dsp:cNvSpPr/>
      </dsp:nvSpPr>
      <dsp:spPr>
        <a:xfrm rot="5400000">
          <a:off x="4736609" y="215749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Other</a:t>
          </a:r>
          <a:endParaRPr lang="en-US" sz="2000" kern="1200" dirty="0">
            <a:latin typeface="+mj-lt"/>
          </a:endParaRPr>
        </a:p>
      </dsp:txBody>
      <dsp:txXfrm rot="-5400000">
        <a:off x="2648096" y="4271919"/>
        <a:ext cx="4681819" cy="478885"/>
      </dsp:txXfrm>
    </dsp:sp>
    <dsp:sp modelId="{AE6EDC28-A89D-4E1C-A6C9-1B3F7C08A169}">
      <dsp:nvSpPr>
        <dsp:cNvPr id="0" name=""/>
        <dsp:cNvSpPr/>
      </dsp:nvSpPr>
      <dsp:spPr>
        <a:xfrm>
          <a:off x="0" y="417967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G</a:t>
          </a:r>
          <a:endParaRPr lang="en-US" sz="2800" b="0" kern="1200" dirty="0">
            <a:latin typeface="+mj-lt"/>
          </a:endParaRPr>
        </a:p>
      </dsp:txBody>
      <dsp:txXfrm>
        <a:off x="32383" y="4212057"/>
        <a:ext cx="2583330" cy="5986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C3ED10-A35B-40AE-80E2-9BE286D76FD5}">
      <dsp:nvSpPr>
        <dsp:cNvPr id="0" name=""/>
        <dsp:cNvSpPr/>
      </dsp:nvSpPr>
      <dsp:spPr>
        <a:xfrm rot="5400000">
          <a:off x="4494890" y="-1718105"/>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Unlikely risk</a:t>
          </a:r>
          <a:endParaRPr lang="en-US" sz="2400" kern="1200" dirty="0">
            <a:latin typeface="+mj-lt"/>
          </a:endParaRPr>
        </a:p>
      </dsp:txBody>
      <dsp:txXfrm rot="-5400000">
        <a:off x="2648096" y="178195"/>
        <a:ext cx="4658220" cy="915126"/>
      </dsp:txXfrm>
    </dsp:sp>
    <dsp:sp modelId="{24C83AD6-512C-4617-A06D-9AB7B2027D0A}">
      <dsp:nvSpPr>
        <dsp:cNvPr id="0" name=""/>
        <dsp:cNvSpPr/>
      </dsp:nvSpPr>
      <dsp:spPr>
        <a:xfrm>
          <a:off x="0" y="1920"/>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61883" y="63803"/>
        <a:ext cx="2524330" cy="1143907"/>
      </dsp:txXfrm>
    </dsp:sp>
    <dsp:sp modelId="{3E496043-C366-4E8B-B374-A32A832BD8B9}">
      <dsp:nvSpPr>
        <dsp:cNvPr id="0" name=""/>
        <dsp:cNvSpPr/>
      </dsp:nvSpPr>
      <dsp:spPr>
        <a:xfrm rot="5400000">
          <a:off x="4494890" y="-387048"/>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Risk</a:t>
          </a:r>
          <a:endParaRPr lang="en-US" sz="2400" kern="1200" dirty="0">
            <a:latin typeface="+mj-lt"/>
          </a:endParaRPr>
        </a:p>
      </dsp:txBody>
      <dsp:txXfrm rot="-5400000">
        <a:off x="2648096" y="1509252"/>
        <a:ext cx="4658220" cy="915126"/>
      </dsp:txXfrm>
    </dsp:sp>
    <dsp:sp modelId="{F466FD0A-4564-4091-964F-BCC1E6AD1F43}">
      <dsp:nvSpPr>
        <dsp:cNvPr id="0" name=""/>
        <dsp:cNvSpPr/>
      </dsp:nvSpPr>
      <dsp:spPr>
        <a:xfrm>
          <a:off x="0" y="1332978"/>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61883" y="1394861"/>
        <a:ext cx="2524330" cy="1143907"/>
      </dsp:txXfrm>
    </dsp:sp>
    <dsp:sp modelId="{3D97C1B4-A3C9-428D-9C2D-ECF02960D383}">
      <dsp:nvSpPr>
        <dsp:cNvPr id="0" name=""/>
        <dsp:cNvSpPr/>
      </dsp:nvSpPr>
      <dsp:spPr>
        <a:xfrm rot="5400000">
          <a:off x="4494890" y="944009"/>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High Risk</a:t>
          </a:r>
          <a:endParaRPr lang="en-US" sz="2400" kern="1200" dirty="0">
            <a:latin typeface="+mj-lt"/>
          </a:endParaRPr>
        </a:p>
      </dsp:txBody>
      <dsp:txXfrm rot="-5400000">
        <a:off x="2648096" y="2840309"/>
        <a:ext cx="4658220" cy="915126"/>
      </dsp:txXfrm>
    </dsp:sp>
    <dsp:sp modelId="{D10C9890-B6FD-47DA-B3AC-CEFD4D90A606}">
      <dsp:nvSpPr>
        <dsp:cNvPr id="0" name=""/>
        <dsp:cNvSpPr/>
      </dsp:nvSpPr>
      <dsp:spPr>
        <a:xfrm>
          <a:off x="0" y="2664035"/>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C</a:t>
          </a:r>
          <a:endParaRPr lang="en-US" sz="3600" kern="1200" dirty="0"/>
        </a:p>
      </dsp:txBody>
      <dsp:txXfrm>
        <a:off x="61883" y="2725918"/>
        <a:ext cx="2524330" cy="114390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C3ED10-A35B-40AE-80E2-9BE286D76FD5}">
      <dsp:nvSpPr>
        <dsp:cNvPr id="0" name=""/>
        <dsp:cNvSpPr/>
      </dsp:nvSpPr>
      <dsp:spPr>
        <a:xfrm rot="5400000">
          <a:off x="4170655" y="-1375264"/>
          <a:ext cx="1507160" cy="463457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smtClean="0">
              <a:latin typeface="+mj-lt"/>
            </a:rPr>
            <a:t>Yes</a:t>
          </a:r>
          <a:endParaRPr lang="en-US" sz="2400" kern="1200" dirty="0">
            <a:latin typeface="+mj-lt"/>
          </a:endParaRPr>
        </a:p>
      </dsp:txBody>
      <dsp:txXfrm rot="-5400000">
        <a:off x="2606949" y="262015"/>
        <a:ext cx="4561001" cy="1360014"/>
      </dsp:txXfrm>
    </dsp:sp>
    <dsp:sp modelId="{24C83AD6-512C-4617-A06D-9AB7B2027D0A}">
      <dsp:nvSpPr>
        <dsp:cNvPr id="0" name=""/>
        <dsp:cNvSpPr/>
      </dsp:nvSpPr>
      <dsp:spPr>
        <a:xfrm>
          <a:off x="0" y="47"/>
          <a:ext cx="2606948" cy="18839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91967" y="92014"/>
        <a:ext cx="2423014" cy="1700016"/>
      </dsp:txXfrm>
    </dsp:sp>
    <dsp:sp modelId="{3E496043-C366-4E8B-B374-A32A832BD8B9}">
      <dsp:nvSpPr>
        <dsp:cNvPr id="0" name=""/>
        <dsp:cNvSpPr/>
      </dsp:nvSpPr>
      <dsp:spPr>
        <a:xfrm rot="5400000">
          <a:off x="4170655" y="602883"/>
          <a:ext cx="1507160" cy="463457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smtClean="0">
              <a:latin typeface="+mj-lt"/>
            </a:rPr>
            <a:t>No</a:t>
          </a:r>
          <a:endParaRPr lang="en-US" sz="2400" kern="1200" dirty="0">
            <a:latin typeface="+mj-lt"/>
          </a:endParaRPr>
        </a:p>
      </dsp:txBody>
      <dsp:txXfrm rot="-5400000">
        <a:off x="2606949" y="2240163"/>
        <a:ext cx="4561001" cy="1360014"/>
      </dsp:txXfrm>
    </dsp:sp>
    <dsp:sp modelId="{F466FD0A-4564-4091-964F-BCC1E6AD1F43}">
      <dsp:nvSpPr>
        <dsp:cNvPr id="0" name=""/>
        <dsp:cNvSpPr/>
      </dsp:nvSpPr>
      <dsp:spPr>
        <a:xfrm>
          <a:off x="0" y="1978195"/>
          <a:ext cx="2606948" cy="18839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91967" y="2070162"/>
        <a:ext cx="2423014" cy="17000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52E11-E71C-49C5-A593-0677E889C070}">
      <dsp:nvSpPr>
        <dsp:cNvPr id="0" name=""/>
        <dsp:cNvSpPr/>
      </dsp:nvSpPr>
      <dsp:spPr>
        <a:xfrm rot="5400000">
          <a:off x="4494890" y="-1718105"/>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There is still some level of protection</a:t>
          </a:r>
          <a:endParaRPr lang="en-US" sz="2400" kern="1200" dirty="0">
            <a:latin typeface="+mj-lt"/>
          </a:endParaRPr>
        </a:p>
      </dsp:txBody>
      <dsp:txXfrm rot="-5400000">
        <a:off x="2648096" y="178195"/>
        <a:ext cx="4658220" cy="915126"/>
      </dsp:txXfrm>
    </dsp:sp>
    <dsp:sp modelId="{5EFDBB3B-F348-420D-81C2-9D15D4BF359C}">
      <dsp:nvSpPr>
        <dsp:cNvPr id="0" name=""/>
        <dsp:cNvSpPr/>
      </dsp:nvSpPr>
      <dsp:spPr>
        <a:xfrm>
          <a:off x="0" y="1920"/>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61883" y="63803"/>
        <a:ext cx="2524330" cy="1143907"/>
      </dsp:txXfrm>
    </dsp:sp>
    <dsp:sp modelId="{BA2BD858-F4E6-427A-A9F2-DFB9E211D30A}">
      <dsp:nvSpPr>
        <dsp:cNvPr id="0" name=""/>
        <dsp:cNvSpPr/>
      </dsp:nvSpPr>
      <dsp:spPr>
        <a:xfrm rot="5400000">
          <a:off x="4494890" y="-387048"/>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They should be considered as revealed</a:t>
          </a:r>
          <a:endParaRPr lang="en-US" sz="2400" kern="1200" dirty="0">
            <a:latin typeface="+mj-lt"/>
          </a:endParaRPr>
        </a:p>
      </dsp:txBody>
      <dsp:txXfrm rot="-5400000">
        <a:off x="2648096" y="1509252"/>
        <a:ext cx="4658220" cy="915126"/>
      </dsp:txXfrm>
    </dsp:sp>
    <dsp:sp modelId="{0248853A-D21C-4346-B53E-ECD7022665A9}">
      <dsp:nvSpPr>
        <dsp:cNvPr id="0" name=""/>
        <dsp:cNvSpPr/>
      </dsp:nvSpPr>
      <dsp:spPr>
        <a:xfrm>
          <a:off x="0" y="1332978"/>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61883" y="1394861"/>
        <a:ext cx="2524330" cy="1143907"/>
      </dsp:txXfrm>
    </dsp:sp>
    <dsp:sp modelId="{2563AB9E-FD12-4C2A-847E-917C40548052}">
      <dsp:nvSpPr>
        <dsp:cNvPr id="0" name=""/>
        <dsp:cNvSpPr/>
      </dsp:nvSpPr>
      <dsp:spPr>
        <a:xfrm rot="5400000">
          <a:off x="4494890" y="944009"/>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There is a probability that they are revealed</a:t>
          </a:r>
          <a:endParaRPr lang="en-US" sz="2400" kern="1200" dirty="0">
            <a:latin typeface="+mj-lt"/>
          </a:endParaRPr>
        </a:p>
      </dsp:txBody>
      <dsp:txXfrm rot="-5400000">
        <a:off x="2648096" y="2840309"/>
        <a:ext cx="4658220" cy="915126"/>
      </dsp:txXfrm>
    </dsp:sp>
    <dsp:sp modelId="{9B1C06FE-36C3-4417-B7FC-E51E80C08778}">
      <dsp:nvSpPr>
        <dsp:cNvPr id="0" name=""/>
        <dsp:cNvSpPr/>
      </dsp:nvSpPr>
      <dsp:spPr>
        <a:xfrm>
          <a:off x="0" y="2664035"/>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C</a:t>
          </a:r>
          <a:endParaRPr lang="en-US" sz="3600" kern="1200" dirty="0"/>
        </a:p>
      </dsp:txBody>
      <dsp:txXfrm>
        <a:off x="61883" y="2725918"/>
        <a:ext cx="2524330" cy="114390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EEDA83-92AD-44B3-A98C-1979EFA98A6F}">
      <dsp:nvSpPr>
        <dsp:cNvPr id="0" name=""/>
        <dsp:cNvSpPr/>
      </dsp:nvSpPr>
      <dsp:spPr>
        <a:xfrm rot="5400000">
          <a:off x="4736609" y="-2021762"/>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EDPS</a:t>
          </a:r>
          <a:endParaRPr lang="en-US" sz="2000" kern="1200" dirty="0">
            <a:latin typeface="+mj-lt"/>
          </a:endParaRPr>
        </a:p>
      </dsp:txBody>
      <dsp:txXfrm rot="-5400000">
        <a:off x="2648096" y="92658"/>
        <a:ext cx="4681819" cy="478885"/>
      </dsp:txXfrm>
    </dsp:sp>
    <dsp:sp modelId="{CF5F6174-BA43-409F-9D3E-36993BCB4862}">
      <dsp:nvSpPr>
        <dsp:cNvPr id="0" name=""/>
        <dsp:cNvSpPr/>
      </dsp:nvSpPr>
      <dsp:spPr>
        <a:xfrm>
          <a:off x="0" y="413"/>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32383" y="32796"/>
        <a:ext cx="2583330" cy="598608"/>
      </dsp:txXfrm>
    </dsp:sp>
    <dsp:sp modelId="{CA25329A-3040-43CD-A19C-E1ECCF64C4D4}">
      <dsp:nvSpPr>
        <dsp:cNvPr id="0" name=""/>
        <dsp:cNvSpPr/>
      </dsp:nvSpPr>
      <dsp:spPr>
        <a:xfrm rot="5400000">
          <a:off x="4736609" y="-132521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cert-EU</a:t>
          </a:r>
          <a:endParaRPr lang="en-US" sz="2000" kern="1200" dirty="0">
            <a:latin typeface="+mj-lt"/>
          </a:endParaRPr>
        </a:p>
      </dsp:txBody>
      <dsp:txXfrm rot="-5400000">
        <a:off x="2648096" y="789202"/>
        <a:ext cx="4681819" cy="478885"/>
      </dsp:txXfrm>
    </dsp:sp>
    <dsp:sp modelId="{EAB9F1A1-CE88-44C5-8BAD-DE8063954945}">
      <dsp:nvSpPr>
        <dsp:cNvPr id="0" name=""/>
        <dsp:cNvSpPr/>
      </dsp:nvSpPr>
      <dsp:spPr>
        <a:xfrm>
          <a:off x="0" y="69695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32383" y="729340"/>
        <a:ext cx="2583330" cy="598608"/>
      </dsp:txXfrm>
    </dsp:sp>
    <dsp:sp modelId="{DDE2EDB6-833B-403B-A12C-6C50B6FCBCB0}">
      <dsp:nvSpPr>
        <dsp:cNvPr id="0" name=""/>
        <dsp:cNvSpPr/>
      </dsp:nvSpPr>
      <dsp:spPr>
        <a:xfrm rot="5400000">
          <a:off x="4736609" y="-628675"/>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Users of the platform</a:t>
          </a:r>
          <a:endParaRPr lang="en-US" sz="2000" kern="1200" dirty="0">
            <a:latin typeface="+mj-lt"/>
          </a:endParaRPr>
        </a:p>
      </dsp:txBody>
      <dsp:txXfrm rot="-5400000">
        <a:off x="2648096" y="1485745"/>
        <a:ext cx="4681819" cy="478885"/>
      </dsp:txXfrm>
    </dsp:sp>
    <dsp:sp modelId="{3D5A577A-AEAF-46C7-879B-CB4044FEC06E}">
      <dsp:nvSpPr>
        <dsp:cNvPr id="0" name=""/>
        <dsp:cNvSpPr/>
      </dsp:nvSpPr>
      <dsp:spPr>
        <a:xfrm>
          <a:off x="0" y="1393500"/>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C</a:t>
          </a:r>
          <a:endParaRPr lang="en-US" sz="2800" b="0" kern="1200" dirty="0">
            <a:latin typeface="+mj-lt"/>
          </a:endParaRPr>
        </a:p>
      </dsp:txBody>
      <dsp:txXfrm>
        <a:off x="32383" y="1425883"/>
        <a:ext cx="2583330" cy="598608"/>
      </dsp:txXfrm>
    </dsp:sp>
    <dsp:sp modelId="{0251B719-D041-4FB9-9C40-B1343552C063}">
      <dsp:nvSpPr>
        <dsp:cNvPr id="0" name=""/>
        <dsp:cNvSpPr/>
      </dsp:nvSpPr>
      <dsp:spPr>
        <a:xfrm rot="5400000">
          <a:off x="4736609" y="6786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Public</a:t>
          </a:r>
          <a:endParaRPr lang="en-US" sz="2000" kern="1200" dirty="0">
            <a:latin typeface="+mj-lt"/>
          </a:endParaRPr>
        </a:p>
      </dsp:txBody>
      <dsp:txXfrm rot="-5400000">
        <a:off x="2648096" y="2182289"/>
        <a:ext cx="4681819" cy="478885"/>
      </dsp:txXfrm>
    </dsp:sp>
    <dsp:sp modelId="{9CFA7356-8E3F-43A8-88CF-BD47CEF729B8}">
      <dsp:nvSpPr>
        <dsp:cNvPr id="0" name=""/>
        <dsp:cNvSpPr/>
      </dsp:nvSpPr>
      <dsp:spPr>
        <a:xfrm>
          <a:off x="0" y="209004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D</a:t>
          </a:r>
          <a:endParaRPr lang="en-US" sz="2800" b="0" kern="1200" dirty="0">
            <a:latin typeface="+mj-lt"/>
          </a:endParaRPr>
        </a:p>
      </dsp:txBody>
      <dsp:txXfrm>
        <a:off x="32383" y="2122427"/>
        <a:ext cx="2583330" cy="598608"/>
      </dsp:txXfrm>
    </dsp:sp>
    <dsp:sp modelId="{4A0742CA-3348-48DF-8F14-833DDA6D6D37}">
      <dsp:nvSpPr>
        <dsp:cNvPr id="0" name=""/>
        <dsp:cNvSpPr/>
      </dsp:nvSpPr>
      <dsp:spPr>
        <a:xfrm rot="5400000">
          <a:off x="4736609" y="764411"/>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National CSIRT of hosting MS</a:t>
          </a:r>
          <a:endParaRPr lang="en-US" sz="2000" kern="1200" dirty="0">
            <a:latin typeface="+mj-lt"/>
          </a:endParaRPr>
        </a:p>
      </dsp:txBody>
      <dsp:txXfrm rot="-5400000">
        <a:off x="2648096" y="2878832"/>
        <a:ext cx="4681819" cy="478885"/>
      </dsp:txXfrm>
    </dsp:sp>
    <dsp:sp modelId="{3F050A77-5818-4CBA-A4F1-2FCD113F133B}">
      <dsp:nvSpPr>
        <dsp:cNvPr id="0" name=""/>
        <dsp:cNvSpPr/>
      </dsp:nvSpPr>
      <dsp:spPr>
        <a:xfrm>
          <a:off x="0" y="278658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E</a:t>
          </a:r>
          <a:endParaRPr lang="en-US" sz="2800" b="0" kern="1200" dirty="0">
            <a:latin typeface="+mj-lt"/>
          </a:endParaRPr>
        </a:p>
      </dsp:txBody>
      <dsp:txXfrm>
        <a:off x="32383" y="2818970"/>
        <a:ext cx="2583330" cy="598608"/>
      </dsp:txXfrm>
    </dsp:sp>
    <dsp:sp modelId="{B381B700-7814-411A-B968-DC2955231595}">
      <dsp:nvSpPr>
        <dsp:cNvPr id="0" name=""/>
        <dsp:cNvSpPr/>
      </dsp:nvSpPr>
      <dsp:spPr>
        <a:xfrm rot="5400000">
          <a:off x="4736609" y="1460954"/>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Law enforcement Authorities of hosting MS</a:t>
          </a:r>
          <a:endParaRPr lang="en-US" sz="2000" kern="1200" dirty="0">
            <a:latin typeface="+mj-lt"/>
          </a:endParaRPr>
        </a:p>
      </dsp:txBody>
      <dsp:txXfrm rot="-5400000">
        <a:off x="2648096" y="3575375"/>
        <a:ext cx="4681819" cy="478885"/>
      </dsp:txXfrm>
    </dsp:sp>
    <dsp:sp modelId="{6DAA73B0-23B5-4C2D-8E31-5ECF0032C4D3}">
      <dsp:nvSpPr>
        <dsp:cNvPr id="0" name=""/>
        <dsp:cNvSpPr/>
      </dsp:nvSpPr>
      <dsp:spPr>
        <a:xfrm>
          <a:off x="0" y="3483131"/>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F</a:t>
          </a:r>
          <a:endParaRPr lang="en-US" sz="2800" b="0" kern="1200" dirty="0">
            <a:latin typeface="+mj-lt"/>
          </a:endParaRPr>
        </a:p>
      </dsp:txBody>
      <dsp:txXfrm>
        <a:off x="32383" y="3515514"/>
        <a:ext cx="2583330" cy="598608"/>
      </dsp:txXfrm>
    </dsp:sp>
    <dsp:sp modelId="{05F150D2-C736-4484-A00F-BD42C2281DDD}">
      <dsp:nvSpPr>
        <dsp:cNvPr id="0" name=""/>
        <dsp:cNvSpPr/>
      </dsp:nvSpPr>
      <dsp:spPr>
        <a:xfrm rot="5400000">
          <a:off x="4736609" y="215749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Other</a:t>
          </a:r>
          <a:endParaRPr lang="en-US" sz="2000" kern="1200" dirty="0">
            <a:latin typeface="+mj-lt"/>
          </a:endParaRPr>
        </a:p>
      </dsp:txBody>
      <dsp:txXfrm rot="-5400000">
        <a:off x="2648096" y="4271919"/>
        <a:ext cx="4681819" cy="478885"/>
      </dsp:txXfrm>
    </dsp:sp>
    <dsp:sp modelId="{46426C18-4119-491D-9695-4B60A4ACEA81}">
      <dsp:nvSpPr>
        <dsp:cNvPr id="0" name=""/>
        <dsp:cNvSpPr/>
      </dsp:nvSpPr>
      <dsp:spPr>
        <a:xfrm>
          <a:off x="0" y="417967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G</a:t>
          </a:r>
          <a:endParaRPr lang="en-US" sz="2800" b="0" kern="1200" dirty="0">
            <a:latin typeface="+mj-lt"/>
          </a:endParaRPr>
        </a:p>
      </dsp:txBody>
      <dsp:txXfrm>
        <a:off x="32383" y="4212057"/>
        <a:ext cx="2583330" cy="59860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8D8A2E-00E2-4F4A-A4D9-CF1BAED2F4AD}">
      <dsp:nvSpPr>
        <dsp:cNvPr id="0" name=""/>
        <dsp:cNvSpPr/>
      </dsp:nvSpPr>
      <dsp:spPr>
        <a:xfrm rot="5400000">
          <a:off x="4736609" y="-2021762"/>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Business Owner – Delegated Controller</a:t>
          </a:r>
          <a:endParaRPr lang="en-US" sz="2000" kern="1200" dirty="0">
            <a:latin typeface="+mj-lt"/>
          </a:endParaRPr>
        </a:p>
      </dsp:txBody>
      <dsp:txXfrm rot="-5400000">
        <a:off x="2648096" y="92658"/>
        <a:ext cx="4681819" cy="478885"/>
      </dsp:txXfrm>
    </dsp:sp>
    <dsp:sp modelId="{D2811A5B-C3D9-445D-B997-5DEF83DA2C0C}">
      <dsp:nvSpPr>
        <dsp:cNvPr id="0" name=""/>
        <dsp:cNvSpPr/>
      </dsp:nvSpPr>
      <dsp:spPr>
        <a:xfrm>
          <a:off x="0" y="413"/>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32383" y="32796"/>
        <a:ext cx="2583330" cy="598608"/>
      </dsp:txXfrm>
    </dsp:sp>
    <dsp:sp modelId="{6CE309B9-3B8B-47D8-89A4-97B58605894C}">
      <dsp:nvSpPr>
        <dsp:cNvPr id="0" name=""/>
        <dsp:cNvSpPr/>
      </dsp:nvSpPr>
      <dsp:spPr>
        <a:xfrm rot="5400000">
          <a:off x="4736609" y="-132521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System Manager</a:t>
          </a:r>
          <a:endParaRPr lang="en-US" sz="2000" kern="1200" dirty="0">
            <a:latin typeface="+mj-lt"/>
          </a:endParaRPr>
        </a:p>
      </dsp:txBody>
      <dsp:txXfrm rot="-5400000">
        <a:off x="2648096" y="789202"/>
        <a:ext cx="4681819" cy="478885"/>
      </dsp:txXfrm>
    </dsp:sp>
    <dsp:sp modelId="{70EAFAEB-389E-4E0F-B454-8B41C48C18E3}">
      <dsp:nvSpPr>
        <dsp:cNvPr id="0" name=""/>
        <dsp:cNvSpPr/>
      </dsp:nvSpPr>
      <dsp:spPr>
        <a:xfrm>
          <a:off x="0" y="69695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32383" y="729340"/>
        <a:ext cx="2583330" cy="598608"/>
      </dsp:txXfrm>
    </dsp:sp>
    <dsp:sp modelId="{47F4C80D-69EF-48D5-AF31-FC44BB184C7D}">
      <dsp:nvSpPr>
        <dsp:cNvPr id="0" name=""/>
        <dsp:cNvSpPr/>
      </dsp:nvSpPr>
      <dsp:spPr>
        <a:xfrm rot="5400000">
          <a:off x="4736609" y="-628675"/>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Platform Users</a:t>
          </a:r>
          <a:endParaRPr lang="en-US" sz="2000" kern="1200" dirty="0">
            <a:latin typeface="+mj-lt"/>
          </a:endParaRPr>
        </a:p>
      </dsp:txBody>
      <dsp:txXfrm rot="-5400000">
        <a:off x="2648096" y="1485745"/>
        <a:ext cx="4681819" cy="478885"/>
      </dsp:txXfrm>
    </dsp:sp>
    <dsp:sp modelId="{81DA4F24-1EEC-43E6-BB71-FB9F5E5668AC}">
      <dsp:nvSpPr>
        <dsp:cNvPr id="0" name=""/>
        <dsp:cNvSpPr/>
      </dsp:nvSpPr>
      <dsp:spPr>
        <a:xfrm>
          <a:off x="0" y="1393500"/>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C</a:t>
          </a:r>
          <a:endParaRPr lang="en-US" sz="2800" b="0" kern="1200" dirty="0">
            <a:latin typeface="+mj-lt"/>
          </a:endParaRPr>
        </a:p>
      </dsp:txBody>
      <dsp:txXfrm>
        <a:off x="32383" y="1425883"/>
        <a:ext cx="2583330" cy="598608"/>
      </dsp:txXfrm>
    </dsp:sp>
    <dsp:sp modelId="{03EA2A21-E0A0-4E00-97B2-D70A4852A68E}">
      <dsp:nvSpPr>
        <dsp:cNvPr id="0" name=""/>
        <dsp:cNvSpPr/>
      </dsp:nvSpPr>
      <dsp:spPr>
        <a:xfrm rot="5400000">
          <a:off x="4736609" y="6786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CISO – LISO - LCO</a:t>
          </a:r>
          <a:endParaRPr lang="en-US" sz="2000" kern="1200" dirty="0">
            <a:latin typeface="+mj-lt"/>
          </a:endParaRPr>
        </a:p>
      </dsp:txBody>
      <dsp:txXfrm rot="-5400000">
        <a:off x="2648096" y="2182289"/>
        <a:ext cx="4681819" cy="478885"/>
      </dsp:txXfrm>
    </dsp:sp>
    <dsp:sp modelId="{4D52E12D-F1AD-41F1-A833-821622FEECDE}">
      <dsp:nvSpPr>
        <dsp:cNvPr id="0" name=""/>
        <dsp:cNvSpPr/>
      </dsp:nvSpPr>
      <dsp:spPr>
        <a:xfrm>
          <a:off x="0" y="209004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D</a:t>
          </a:r>
          <a:endParaRPr lang="en-US" sz="2800" b="0" kern="1200" dirty="0">
            <a:latin typeface="+mj-lt"/>
          </a:endParaRPr>
        </a:p>
      </dsp:txBody>
      <dsp:txXfrm>
        <a:off x="32383" y="2122427"/>
        <a:ext cx="2583330" cy="598608"/>
      </dsp:txXfrm>
    </dsp:sp>
    <dsp:sp modelId="{53B276E4-24B2-46B3-8945-0A8C1784BD3E}">
      <dsp:nvSpPr>
        <dsp:cNvPr id="0" name=""/>
        <dsp:cNvSpPr/>
      </dsp:nvSpPr>
      <dsp:spPr>
        <a:xfrm rot="5400000">
          <a:off x="4736609" y="764411"/>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DPO</a:t>
          </a:r>
          <a:endParaRPr lang="en-US" sz="2000" kern="1200" dirty="0">
            <a:latin typeface="+mj-lt"/>
          </a:endParaRPr>
        </a:p>
      </dsp:txBody>
      <dsp:txXfrm rot="-5400000">
        <a:off x="2648096" y="2878832"/>
        <a:ext cx="4681819" cy="478885"/>
      </dsp:txXfrm>
    </dsp:sp>
    <dsp:sp modelId="{590016B5-D868-4C8F-961A-B014A0E3964A}">
      <dsp:nvSpPr>
        <dsp:cNvPr id="0" name=""/>
        <dsp:cNvSpPr/>
      </dsp:nvSpPr>
      <dsp:spPr>
        <a:xfrm>
          <a:off x="0" y="278658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E</a:t>
          </a:r>
          <a:endParaRPr lang="en-US" sz="2800" b="0" kern="1200" dirty="0">
            <a:latin typeface="+mj-lt"/>
          </a:endParaRPr>
        </a:p>
      </dsp:txBody>
      <dsp:txXfrm>
        <a:off x="32383" y="2818970"/>
        <a:ext cx="2583330" cy="598608"/>
      </dsp:txXfrm>
    </dsp:sp>
    <dsp:sp modelId="{78B17704-E198-40C7-B67B-6AB1C07026BB}">
      <dsp:nvSpPr>
        <dsp:cNvPr id="0" name=""/>
        <dsp:cNvSpPr/>
      </dsp:nvSpPr>
      <dsp:spPr>
        <a:xfrm rot="5400000">
          <a:off x="4736609" y="1460954"/>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Senior Management</a:t>
          </a:r>
          <a:endParaRPr lang="en-US" sz="2000" kern="1200" dirty="0">
            <a:latin typeface="+mj-lt"/>
          </a:endParaRPr>
        </a:p>
      </dsp:txBody>
      <dsp:txXfrm rot="-5400000">
        <a:off x="2648096" y="3575375"/>
        <a:ext cx="4681819" cy="478885"/>
      </dsp:txXfrm>
    </dsp:sp>
    <dsp:sp modelId="{DFD56DD3-0EF0-488E-9554-5413AF44156F}">
      <dsp:nvSpPr>
        <dsp:cNvPr id="0" name=""/>
        <dsp:cNvSpPr/>
      </dsp:nvSpPr>
      <dsp:spPr>
        <a:xfrm>
          <a:off x="0" y="3483131"/>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F</a:t>
          </a:r>
          <a:endParaRPr lang="en-US" sz="2800" b="0" kern="1200" dirty="0">
            <a:latin typeface="+mj-lt"/>
          </a:endParaRPr>
        </a:p>
      </dsp:txBody>
      <dsp:txXfrm>
        <a:off x="32383" y="3515514"/>
        <a:ext cx="2583330" cy="598608"/>
      </dsp:txXfrm>
    </dsp:sp>
    <dsp:sp modelId="{5C2AFBF7-C240-428C-BE7D-120A5A9D2089}">
      <dsp:nvSpPr>
        <dsp:cNvPr id="0" name=""/>
        <dsp:cNvSpPr/>
      </dsp:nvSpPr>
      <dsp:spPr>
        <a:xfrm rot="5400000">
          <a:off x="4736609" y="215749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Other</a:t>
          </a:r>
          <a:endParaRPr lang="en-US" sz="2000" kern="1200" dirty="0">
            <a:latin typeface="+mj-lt"/>
          </a:endParaRPr>
        </a:p>
      </dsp:txBody>
      <dsp:txXfrm rot="-5400000">
        <a:off x="2648096" y="4271919"/>
        <a:ext cx="4681819" cy="478885"/>
      </dsp:txXfrm>
    </dsp:sp>
    <dsp:sp modelId="{4414C6A4-8D13-43E1-B788-DCC2B00A20AC}">
      <dsp:nvSpPr>
        <dsp:cNvPr id="0" name=""/>
        <dsp:cNvSpPr/>
      </dsp:nvSpPr>
      <dsp:spPr>
        <a:xfrm>
          <a:off x="0" y="417967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G</a:t>
          </a:r>
          <a:endParaRPr lang="en-US" sz="2800" b="0" kern="1200" dirty="0">
            <a:latin typeface="+mj-lt"/>
          </a:endParaRPr>
        </a:p>
      </dsp:txBody>
      <dsp:txXfrm>
        <a:off x="32383" y="4212057"/>
        <a:ext cx="2583330" cy="59860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719485-0C81-456E-B3BF-836754412EA1}">
      <dsp:nvSpPr>
        <dsp:cNvPr id="0" name=""/>
        <dsp:cNvSpPr/>
      </dsp:nvSpPr>
      <dsp:spPr>
        <a:xfrm rot="5400000">
          <a:off x="4494890" y="-1718105"/>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Unlikely risk</a:t>
          </a:r>
          <a:endParaRPr lang="en-US" sz="2400" kern="1200" dirty="0">
            <a:latin typeface="+mj-lt"/>
          </a:endParaRPr>
        </a:p>
      </dsp:txBody>
      <dsp:txXfrm rot="-5400000">
        <a:off x="2648096" y="178195"/>
        <a:ext cx="4658220" cy="915126"/>
      </dsp:txXfrm>
    </dsp:sp>
    <dsp:sp modelId="{3F8CB9D8-64FE-42BA-BD32-ED90348EFFCB}">
      <dsp:nvSpPr>
        <dsp:cNvPr id="0" name=""/>
        <dsp:cNvSpPr/>
      </dsp:nvSpPr>
      <dsp:spPr>
        <a:xfrm>
          <a:off x="0" y="1920"/>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61883" y="63803"/>
        <a:ext cx="2524330" cy="1143907"/>
      </dsp:txXfrm>
    </dsp:sp>
    <dsp:sp modelId="{AADD5D1A-FCFD-4E2F-BF74-BA938D58FA7F}">
      <dsp:nvSpPr>
        <dsp:cNvPr id="0" name=""/>
        <dsp:cNvSpPr/>
      </dsp:nvSpPr>
      <dsp:spPr>
        <a:xfrm rot="5400000">
          <a:off x="4494890" y="-387048"/>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Risk</a:t>
          </a:r>
          <a:endParaRPr lang="en-US" sz="2400" kern="1200" dirty="0">
            <a:latin typeface="+mj-lt"/>
          </a:endParaRPr>
        </a:p>
      </dsp:txBody>
      <dsp:txXfrm rot="-5400000">
        <a:off x="2648096" y="1509252"/>
        <a:ext cx="4658220" cy="915126"/>
      </dsp:txXfrm>
    </dsp:sp>
    <dsp:sp modelId="{1E004D29-6518-478B-BADC-2C19C42F94B9}">
      <dsp:nvSpPr>
        <dsp:cNvPr id="0" name=""/>
        <dsp:cNvSpPr/>
      </dsp:nvSpPr>
      <dsp:spPr>
        <a:xfrm>
          <a:off x="0" y="1332978"/>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61883" y="1394861"/>
        <a:ext cx="2524330" cy="1143907"/>
      </dsp:txXfrm>
    </dsp:sp>
    <dsp:sp modelId="{B98A3DA0-A37C-472B-B5AC-D345C7B9C2E7}">
      <dsp:nvSpPr>
        <dsp:cNvPr id="0" name=""/>
        <dsp:cNvSpPr/>
      </dsp:nvSpPr>
      <dsp:spPr>
        <a:xfrm rot="5400000">
          <a:off x="4494890" y="944009"/>
          <a:ext cx="1014138"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smtClean="0">
              <a:latin typeface="+mj-lt"/>
            </a:rPr>
            <a:t>High Risk</a:t>
          </a:r>
          <a:endParaRPr lang="en-US" sz="2400" kern="1200" dirty="0">
            <a:latin typeface="+mj-lt"/>
          </a:endParaRPr>
        </a:p>
      </dsp:txBody>
      <dsp:txXfrm rot="-5400000">
        <a:off x="2648096" y="2840309"/>
        <a:ext cx="4658220" cy="915126"/>
      </dsp:txXfrm>
    </dsp:sp>
    <dsp:sp modelId="{81C6D5F5-CA48-4311-8C1E-2D8A72FC1008}">
      <dsp:nvSpPr>
        <dsp:cNvPr id="0" name=""/>
        <dsp:cNvSpPr/>
      </dsp:nvSpPr>
      <dsp:spPr>
        <a:xfrm>
          <a:off x="0" y="2664035"/>
          <a:ext cx="2648096" cy="12676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C</a:t>
          </a:r>
          <a:endParaRPr lang="en-US" sz="3600" kern="1200" dirty="0"/>
        </a:p>
      </dsp:txBody>
      <dsp:txXfrm>
        <a:off x="61883" y="2725918"/>
        <a:ext cx="2524330" cy="114390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50641-4ABB-4286-B1CA-29F69ED602D4}">
      <dsp:nvSpPr>
        <dsp:cNvPr id="0" name=""/>
        <dsp:cNvSpPr/>
      </dsp:nvSpPr>
      <dsp:spPr>
        <a:xfrm rot="5400000">
          <a:off x="4736609" y="-2021762"/>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mj-lt"/>
            </a:rPr>
            <a:t>Which parts of the system were accessed by the unauthorized users</a:t>
          </a:r>
          <a:endParaRPr lang="en-US" sz="1600" kern="1200" dirty="0">
            <a:latin typeface="+mj-lt"/>
          </a:endParaRPr>
        </a:p>
      </dsp:txBody>
      <dsp:txXfrm rot="-5400000">
        <a:off x="2648096" y="92658"/>
        <a:ext cx="4681819" cy="478885"/>
      </dsp:txXfrm>
    </dsp:sp>
    <dsp:sp modelId="{D3C46936-4B7D-4E08-ABFC-B736500C3FCE}">
      <dsp:nvSpPr>
        <dsp:cNvPr id="0" name=""/>
        <dsp:cNvSpPr/>
      </dsp:nvSpPr>
      <dsp:spPr>
        <a:xfrm>
          <a:off x="0" y="413"/>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A</a:t>
          </a:r>
          <a:endParaRPr lang="en-US" sz="3600" kern="1200" dirty="0"/>
        </a:p>
      </dsp:txBody>
      <dsp:txXfrm>
        <a:off x="32383" y="32796"/>
        <a:ext cx="2583330" cy="598608"/>
      </dsp:txXfrm>
    </dsp:sp>
    <dsp:sp modelId="{7E2458AC-7E6D-46AE-A9D5-49EE5FFEA683}">
      <dsp:nvSpPr>
        <dsp:cNvPr id="0" name=""/>
        <dsp:cNvSpPr/>
      </dsp:nvSpPr>
      <dsp:spPr>
        <a:xfrm rot="5400000">
          <a:off x="4736609" y="-132521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smtClean="0">
              <a:latin typeface="+mj-lt"/>
            </a:rPr>
            <a:t>Which files were accessed by the unauthorized users</a:t>
          </a:r>
          <a:endParaRPr lang="en-US" sz="1600" kern="1200" dirty="0">
            <a:latin typeface="+mj-lt"/>
          </a:endParaRPr>
        </a:p>
      </dsp:txBody>
      <dsp:txXfrm rot="-5400000">
        <a:off x="2648096" y="789202"/>
        <a:ext cx="4681819" cy="478885"/>
      </dsp:txXfrm>
    </dsp:sp>
    <dsp:sp modelId="{4FF237CE-6023-4140-806A-72A1F6D6D75A}">
      <dsp:nvSpPr>
        <dsp:cNvPr id="0" name=""/>
        <dsp:cNvSpPr/>
      </dsp:nvSpPr>
      <dsp:spPr>
        <a:xfrm>
          <a:off x="0" y="69695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lvl="0" algn="ctr" defTabSz="1600200">
            <a:lnSpc>
              <a:spcPct val="90000"/>
            </a:lnSpc>
            <a:spcBef>
              <a:spcPct val="0"/>
            </a:spcBef>
            <a:spcAft>
              <a:spcPct val="35000"/>
            </a:spcAft>
          </a:pPr>
          <a:r>
            <a:rPr lang="en-US" sz="3600" kern="1200" smtClean="0"/>
            <a:t>B</a:t>
          </a:r>
          <a:endParaRPr lang="en-US" sz="3600" kern="1200" dirty="0"/>
        </a:p>
      </dsp:txBody>
      <dsp:txXfrm>
        <a:off x="32383" y="729340"/>
        <a:ext cx="2583330" cy="598608"/>
      </dsp:txXfrm>
    </dsp:sp>
    <dsp:sp modelId="{796F0D2B-A6D2-4547-B6D8-4BB4F911C8B3}">
      <dsp:nvSpPr>
        <dsp:cNvPr id="0" name=""/>
        <dsp:cNvSpPr/>
      </dsp:nvSpPr>
      <dsp:spPr>
        <a:xfrm rot="5400000">
          <a:off x="4736609" y="-628675"/>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smtClean="0">
              <a:latin typeface="+mj-lt"/>
            </a:rPr>
            <a:t>Which files were exfiltrated by the unauthorized users</a:t>
          </a:r>
          <a:endParaRPr lang="en-US" sz="1600" kern="1200" dirty="0">
            <a:latin typeface="+mj-lt"/>
          </a:endParaRPr>
        </a:p>
      </dsp:txBody>
      <dsp:txXfrm rot="-5400000">
        <a:off x="2648096" y="1485745"/>
        <a:ext cx="4681819" cy="478885"/>
      </dsp:txXfrm>
    </dsp:sp>
    <dsp:sp modelId="{7D7C3679-B8F3-4E70-AB74-01B1F37F6258}">
      <dsp:nvSpPr>
        <dsp:cNvPr id="0" name=""/>
        <dsp:cNvSpPr/>
      </dsp:nvSpPr>
      <dsp:spPr>
        <a:xfrm>
          <a:off x="0" y="1393500"/>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C</a:t>
          </a:r>
          <a:endParaRPr lang="en-US" sz="2800" b="0" kern="1200" dirty="0">
            <a:latin typeface="+mj-lt"/>
          </a:endParaRPr>
        </a:p>
      </dsp:txBody>
      <dsp:txXfrm>
        <a:off x="32383" y="1425883"/>
        <a:ext cx="2583330" cy="598608"/>
      </dsp:txXfrm>
    </dsp:sp>
    <dsp:sp modelId="{47AD244B-AB6E-43E3-94EA-5064EDA0B90F}">
      <dsp:nvSpPr>
        <dsp:cNvPr id="0" name=""/>
        <dsp:cNvSpPr/>
      </dsp:nvSpPr>
      <dsp:spPr>
        <a:xfrm rot="5400000">
          <a:off x="4736609" y="6786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smtClean="0">
              <a:latin typeface="+mj-lt"/>
            </a:rPr>
            <a:t>Which files were modified by the unauthorized users</a:t>
          </a:r>
          <a:endParaRPr lang="en-US" sz="1600" kern="1200" dirty="0">
            <a:latin typeface="+mj-lt"/>
          </a:endParaRPr>
        </a:p>
      </dsp:txBody>
      <dsp:txXfrm rot="-5400000">
        <a:off x="2648096" y="2182289"/>
        <a:ext cx="4681819" cy="478885"/>
      </dsp:txXfrm>
    </dsp:sp>
    <dsp:sp modelId="{2AE63F8E-3D2B-4926-B79B-B62CC45B51AF}">
      <dsp:nvSpPr>
        <dsp:cNvPr id="0" name=""/>
        <dsp:cNvSpPr/>
      </dsp:nvSpPr>
      <dsp:spPr>
        <a:xfrm>
          <a:off x="0" y="209004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D</a:t>
          </a:r>
          <a:endParaRPr lang="en-US" sz="2800" b="0" kern="1200" dirty="0">
            <a:latin typeface="+mj-lt"/>
          </a:endParaRPr>
        </a:p>
      </dsp:txBody>
      <dsp:txXfrm>
        <a:off x="32383" y="2122427"/>
        <a:ext cx="2583330" cy="598608"/>
      </dsp:txXfrm>
    </dsp:sp>
    <dsp:sp modelId="{E560A276-4CBB-4420-8C0C-40F37D478163}">
      <dsp:nvSpPr>
        <dsp:cNvPr id="0" name=""/>
        <dsp:cNvSpPr/>
      </dsp:nvSpPr>
      <dsp:spPr>
        <a:xfrm rot="5400000">
          <a:off x="4736609" y="764411"/>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latin typeface="+mj-lt"/>
            </a:rPr>
            <a:t>For how long the unauthorized users had access</a:t>
          </a:r>
          <a:endParaRPr lang="en-US" sz="1800" kern="1200" dirty="0">
            <a:latin typeface="+mj-lt"/>
          </a:endParaRPr>
        </a:p>
      </dsp:txBody>
      <dsp:txXfrm rot="-5400000">
        <a:off x="2648096" y="2878832"/>
        <a:ext cx="4681819" cy="478885"/>
      </dsp:txXfrm>
    </dsp:sp>
    <dsp:sp modelId="{1E5B764D-6CAC-49D9-854B-D94D8639F5B0}">
      <dsp:nvSpPr>
        <dsp:cNvPr id="0" name=""/>
        <dsp:cNvSpPr/>
      </dsp:nvSpPr>
      <dsp:spPr>
        <a:xfrm>
          <a:off x="0" y="2786587"/>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E</a:t>
          </a:r>
          <a:endParaRPr lang="en-US" sz="2800" b="0" kern="1200" dirty="0">
            <a:latin typeface="+mj-lt"/>
          </a:endParaRPr>
        </a:p>
      </dsp:txBody>
      <dsp:txXfrm>
        <a:off x="32383" y="2818970"/>
        <a:ext cx="2583330" cy="598608"/>
      </dsp:txXfrm>
    </dsp:sp>
    <dsp:sp modelId="{A57E677F-5CA7-4C41-9B18-A97C5632A571}">
      <dsp:nvSpPr>
        <dsp:cNvPr id="0" name=""/>
        <dsp:cNvSpPr/>
      </dsp:nvSpPr>
      <dsp:spPr>
        <a:xfrm rot="5400000">
          <a:off x="4736609" y="1460954"/>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smtClean="0">
              <a:latin typeface="+mj-lt"/>
            </a:rPr>
            <a:t>If a backup, prior to the unauthorized access, is available</a:t>
          </a:r>
          <a:endParaRPr lang="en-US" sz="1600" kern="1200" dirty="0">
            <a:latin typeface="+mj-lt"/>
          </a:endParaRPr>
        </a:p>
      </dsp:txBody>
      <dsp:txXfrm rot="-5400000">
        <a:off x="2648096" y="3575375"/>
        <a:ext cx="4681819" cy="478885"/>
      </dsp:txXfrm>
    </dsp:sp>
    <dsp:sp modelId="{797182D9-2E71-4134-A612-9B64F65F3060}">
      <dsp:nvSpPr>
        <dsp:cNvPr id="0" name=""/>
        <dsp:cNvSpPr/>
      </dsp:nvSpPr>
      <dsp:spPr>
        <a:xfrm>
          <a:off x="0" y="3483131"/>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F</a:t>
          </a:r>
          <a:endParaRPr lang="en-US" sz="2800" b="0" kern="1200" dirty="0">
            <a:latin typeface="+mj-lt"/>
          </a:endParaRPr>
        </a:p>
      </dsp:txBody>
      <dsp:txXfrm>
        <a:off x="32383" y="3515514"/>
        <a:ext cx="2583330" cy="598608"/>
      </dsp:txXfrm>
    </dsp:sp>
    <dsp:sp modelId="{83C7026D-3612-4C67-86CD-D0355A8BB978}">
      <dsp:nvSpPr>
        <dsp:cNvPr id="0" name=""/>
        <dsp:cNvSpPr/>
      </dsp:nvSpPr>
      <dsp:spPr>
        <a:xfrm rot="5400000">
          <a:off x="4736609" y="2157498"/>
          <a:ext cx="530699"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smtClean="0">
              <a:latin typeface="+mj-lt"/>
            </a:rPr>
            <a:t>Other</a:t>
          </a:r>
          <a:endParaRPr lang="en-US" sz="1600" kern="1200" dirty="0">
            <a:latin typeface="+mj-lt"/>
          </a:endParaRPr>
        </a:p>
      </dsp:txBody>
      <dsp:txXfrm rot="-5400000">
        <a:off x="2648096" y="4271919"/>
        <a:ext cx="4681819" cy="478885"/>
      </dsp:txXfrm>
    </dsp:sp>
    <dsp:sp modelId="{DA2073A7-D2CF-4C94-AAA0-93D6A4F2A39A}">
      <dsp:nvSpPr>
        <dsp:cNvPr id="0" name=""/>
        <dsp:cNvSpPr/>
      </dsp:nvSpPr>
      <dsp:spPr>
        <a:xfrm>
          <a:off x="0" y="4179674"/>
          <a:ext cx="2648096" cy="663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0" kern="1200" smtClean="0">
              <a:latin typeface="+mj-lt"/>
            </a:rPr>
            <a:t>G</a:t>
          </a:r>
          <a:endParaRPr lang="en-US" sz="2800" b="0" kern="1200" dirty="0">
            <a:latin typeface="+mj-lt"/>
          </a:endParaRPr>
        </a:p>
      </dsp:txBody>
      <dsp:txXfrm>
        <a:off x="32383" y="4212057"/>
        <a:ext cx="2583330" cy="59860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9D13BF-8F4E-408D-9D64-128AF42D7D6B}">
      <dsp:nvSpPr>
        <dsp:cNvPr id="0" name=""/>
        <dsp:cNvSpPr/>
      </dsp:nvSpPr>
      <dsp:spPr>
        <a:xfrm rot="5400000">
          <a:off x="4623194" y="-1878437"/>
          <a:ext cx="757531"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Special characteristics of the data subjects</a:t>
          </a:r>
          <a:endParaRPr lang="en-US" sz="2000" kern="1200" dirty="0">
            <a:latin typeface="+mj-lt"/>
          </a:endParaRPr>
        </a:p>
      </dsp:txBody>
      <dsp:txXfrm rot="-5400000">
        <a:off x="2648097" y="133640"/>
        <a:ext cx="4670746" cy="683571"/>
      </dsp:txXfrm>
    </dsp:sp>
    <dsp:sp modelId="{D7B8A7D2-993A-4308-859F-68A1BFDC2A30}">
      <dsp:nvSpPr>
        <dsp:cNvPr id="0" name=""/>
        <dsp:cNvSpPr/>
      </dsp:nvSpPr>
      <dsp:spPr>
        <a:xfrm>
          <a:off x="0" y="1968"/>
          <a:ext cx="2648096" cy="9469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smtClean="0"/>
            <a:t>A</a:t>
          </a:r>
          <a:endParaRPr lang="en-US" sz="3200" kern="1200" dirty="0"/>
        </a:p>
      </dsp:txBody>
      <dsp:txXfrm>
        <a:off x="46224" y="48192"/>
        <a:ext cx="2555648" cy="854465"/>
      </dsp:txXfrm>
    </dsp:sp>
    <dsp:sp modelId="{18195644-A865-4DCD-8378-C22010878489}">
      <dsp:nvSpPr>
        <dsp:cNvPr id="0" name=""/>
        <dsp:cNvSpPr/>
      </dsp:nvSpPr>
      <dsp:spPr>
        <a:xfrm rot="5400000">
          <a:off x="4623194" y="-884178"/>
          <a:ext cx="757531"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Ease of identification of individuals</a:t>
          </a:r>
          <a:endParaRPr lang="en-US" sz="2000" kern="1200" dirty="0">
            <a:latin typeface="+mj-lt"/>
          </a:endParaRPr>
        </a:p>
      </dsp:txBody>
      <dsp:txXfrm rot="-5400000">
        <a:off x="2648097" y="1127899"/>
        <a:ext cx="4670746" cy="683571"/>
      </dsp:txXfrm>
    </dsp:sp>
    <dsp:sp modelId="{21EE965C-1CAE-4A05-801D-6C7CEC886002}">
      <dsp:nvSpPr>
        <dsp:cNvPr id="0" name=""/>
        <dsp:cNvSpPr/>
      </dsp:nvSpPr>
      <dsp:spPr>
        <a:xfrm>
          <a:off x="0" y="996228"/>
          <a:ext cx="2648096" cy="9469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smtClean="0"/>
            <a:t>B</a:t>
          </a:r>
          <a:endParaRPr lang="en-US" sz="3200" kern="1200" dirty="0"/>
        </a:p>
      </dsp:txBody>
      <dsp:txXfrm>
        <a:off x="46224" y="1042452"/>
        <a:ext cx="2555648" cy="854465"/>
      </dsp:txXfrm>
    </dsp:sp>
    <dsp:sp modelId="{E5199594-B742-4731-9B10-1B67E744364A}">
      <dsp:nvSpPr>
        <dsp:cNvPr id="0" name=""/>
        <dsp:cNvSpPr/>
      </dsp:nvSpPr>
      <dsp:spPr>
        <a:xfrm rot="5400000">
          <a:off x="4623194" y="110081"/>
          <a:ext cx="757531"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Categories of personal data included in the tickets</a:t>
          </a:r>
          <a:endParaRPr lang="en-US" sz="2000" kern="1200" dirty="0">
            <a:latin typeface="+mj-lt"/>
          </a:endParaRPr>
        </a:p>
      </dsp:txBody>
      <dsp:txXfrm rot="-5400000">
        <a:off x="2648097" y="2122158"/>
        <a:ext cx="4670746" cy="683571"/>
      </dsp:txXfrm>
    </dsp:sp>
    <dsp:sp modelId="{38D1A9F6-C2D8-4148-8DE5-E7F7BA085392}">
      <dsp:nvSpPr>
        <dsp:cNvPr id="0" name=""/>
        <dsp:cNvSpPr/>
      </dsp:nvSpPr>
      <dsp:spPr>
        <a:xfrm>
          <a:off x="0" y="1990487"/>
          <a:ext cx="2648096" cy="9469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smtClean="0"/>
            <a:t>C</a:t>
          </a:r>
          <a:endParaRPr lang="en-US" sz="3200" kern="1200" dirty="0"/>
        </a:p>
      </dsp:txBody>
      <dsp:txXfrm>
        <a:off x="46224" y="2036711"/>
        <a:ext cx="2555648" cy="854465"/>
      </dsp:txXfrm>
    </dsp:sp>
    <dsp:sp modelId="{13CED54D-2F2E-4BEF-B957-2AEBE4BC4E36}">
      <dsp:nvSpPr>
        <dsp:cNvPr id="0" name=""/>
        <dsp:cNvSpPr/>
      </dsp:nvSpPr>
      <dsp:spPr>
        <a:xfrm rot="5400000">
          <a:off x="4623194" y="1104340"/>
          <a:ext cx="757531"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smtClean="0">
              <a:latin typeface="+mj-lt"/>
            </a:rPr>
            <a:t>Other</a:t>
          </a:r>
          <a:endParaRPr lang="en-US" sz="2000" kern="1200" dirty="0">
            <a:latin typeface="+mj-lt"/>
          </a:endParaRPr>
        </a:p>
      </dsp:txBody>
      <dsp:txXfrm rot="-5400000">
        <a:off x="2648097" y="3116417"/>
        <a:ext cx="4670746" cy="683571"/>
      </dsp:txXfrm>
    </dsp:sp>
    <dsp:sp modelId="{EC3C538A-FDA2-4389-A8DE-2111E29F249F}">
      <dsp:nvSpPr>
        <dsp:cNvPr id="0" name=""/>
        <dsp:cNvSpPr/>
      </dsp:nvSpPr>
      <dsp:spPr>
        <a:xfrm>
          <a:off x="0" y="2984747"/>
          <a:ext cx="2648096" cy="9469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baseline="0" smtClean="0">
              <a:latin typeface="Libertinus Sans" pitchFamily="50" charset="0"/>
            </a:rPr>
            <a:t>D</a:t>
          </a:r>
          <a:endParaRPr lang="en-US" sz="3200" kern="1200" baseline="0" dirty="0">
            <a:latin typeface="Libertinus Sans" pitchFamily="50" charset="0"/>
          </a:endParaRPr>
        </a:p>
      </dsp:txBody>
      <dsp:txXfrm>
        <a:off x="46224" y="3030971"/>
        <a:ext cx="2555648" cy="85446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271478-43A3-4F0A-816A-D4D688923B21}">
      <dsp:nvSpPr>
        <dsp:cNvPr id="0" name=""/>
        <dsp:cNvSpPr/>
      </dsp:nvSpPr>
      <dsp:spPr>
        <a:xfrm rot="5400000">
          <a:off x="4769955" y="-2063666"/>
          <a:ext cx="464007"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latin typeface="+mj-lt"/>
            </a:rPr>
            <a:t>Isolate the compromised server</a:t>
          </a:r>
          <a:endParaRPr lang="en-US" sz="1800" kern="1200" dirty="0">
            <a:latin typeface="+mj-lt"/>
          </a:endParaRPr>
        </a:p>
      </dsp:txBody>
      <dsp:txXfrm rot="-5400000">
        <a:off x="2648096" y="80844"/>
        <a:ext cx="4685075" cy="418705"/>
      </dsp:txXfrm>
    </dsp:sp>
    <dsp:sp modelId="{3A504A77-B418-4E04-8CB6-ED82048ED446}">
      <dsp:nvSpPr>
        <dsp:cNvPr id="0" name=""/>
        <dsp:cNvSpPr/>
      </dsp:nvSpPr>
      <dsp:spPr>
        <a:xfrm>
          <a:off x="0" y="192"/>
          <a:ext cx="2648096" cy="5800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smtClean="0"/>
            <a:t>A</a:t>
          </a:r>
          <a:endParaRPr lang="en-US" sz="3200" kern="1200" dirty="0"/>
        </a:p>
      </dsp:txBody>
      <dsp:txXfrm>
        <a:off x="28314" y="28506"/>
        <a:ext cx="2591468" cy="523381"/>
      </dsp:txXfrm>
    </dsp:sp>
    <dsp:sp modelId="{F11FC299-49F0-4B21-9569-D931FB45AECE}">
      <dsp:nvSpPr>
        <dsp:cNvPr id="0" name=""/>
        <dsp:cNvSpPr/>
      </dsp:nvSpPr>
      <dsp:spPr>
        <a:xfrm rot="5400000">
          <a:off x="4769955" y="-1454656"/>
          <a:ext cx="464007"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latin typeface="+mj-lt"/>
            </a:rPr>
            <a:t>Force change of passwords for all users</a:t>
          </a:r>
          <a:endParaRPr lang="en-US" sz="1800" kern="1200" dirty="0">
            <a:latin typeface="+mj-lt"/>
          </a:endParaRPr>
        </a:p>
      </dsp:txBody>
      <dsp:txXfrm rot="-5400000">
        <a:off x="2648096" y="689854"/>
        <a:ext cx="4685075" cy="418705"/>
      </dsp:txXfrm>
    </dsp:sp>
    <dsp:sp modelId="{4F0697B8-D294-4357-94CE-73E429FE0395}">
      <dsp:nvSpPr>
        <dsp:cNvPr id="0" name=""/>
        <dsp:cNvSpPr/>
      </dsp:nvSpPr>
      <dsp:spPr>
        <a:xfrm>
          <a:off x="0" y="609202"/>
          <a:ext cx="2648096" cy="5800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smtClean="0"/>
            <a:t>B</a:t>
          </a:r>
          <a:endParaRPr lang="en-US" sz="3200" kern="1200" dirty="0"/>
        </a:p>
      </dsp:txBody>
      <dsp:txXfrm>
        <a:off x="28314" y="637516"/>
        <a:ext cx="2591468" cy="523381"/>
      </dsp:txXfrm>
    </dsp:sp>
    <dsp:sp modelId="{7F06B164-C2F0-4733-B81E-73C205243D8C}">
      <dsp:nvSpPr>
        <dsp:cNvPr id="0" name=""/>
        <dsp:cNvSpPr/>
      </dsp:nvSpPr>
      <dsp:spPr>
        <a:xfrm rot="5400000">
          <a:off x="4769955" y="-845646"/>
          <a:ext cx="464007"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latin typeface="+mj-lt"/>
            </a:rPr>
            <a:t>Rebuild the server, including updating and patching</a:t>
          </a:r>
          <a:endParaRPr lang="en-US" sz="1800" kern="1200" dirty="0">
            <a:latin typeface="+mj-lt"/>
          </a:endParaRPr>
        </a:p>
      </dsp:txBody>
      <dsp:txXfrm rot="-5400000">
        <a:off x="2648096" y="1298864"/>
        <a:ext cx="4685075" cy="418705"/>
      </dsp:txXfrm>
    </dsp:sp>
    <dsp:sp modelId="{6F4BC006-FECD-4CD6-89E8-3296CE669FCA}">
      <dsp:nvSpPr>
        <dsp:cNvPr id="0" name=""/>
        <dsp:cNvSpPr/>
      </dsp:nvSpPr>
      <dsp:spPr>
        <a:xfrm>
          <a:off x="0" y="1218211"/>
          <a:ext cx="2648096" cy="5800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US" sz="2400" b="0" kern="1200" smtClean="0">
              <a:latin typeface="+mj-lt"/>
            </a:rPr>
            <a:t>C</a:t>
          </a:r>
          <a:endParaRPr lang="en-US" sz="2400" b="0" kern="1200" dirty="0">
            <a:latin typeface="+mj-lt"/>
          </a:endParaRPr>
        </a:p>
      </dsp:txBody>
      <dsp:txXfrm>
        <a:off x="28314" y="1246525"/>
        <a:ext cx="2591468" cy="523381"/>
      </dsp:txXfrm>
    </dsp:sp>
    <dsp:sp modelId="{DB3EF304-4ADF-48D4-92D4-AAA274EF6095}">
      <dsp:nvSpPr>
        <dsp:cNvPr id="0" name=""/>
        <dsp:cNvSpPr/>
      </dsp:nvSpPr>
      <dsp:spPr>
        <a:xfrm rot="5400000">
          <a:off x="4769955" y="-236636"/>
          <a:ext cx="464007"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latin typeface="+mj-lt"/>
            </a:rPr>
            <a:t>Monitor network traffic</a:t>
          </a:r>
          <a:endParaRPr lang="en-US" sz="1800" kern="1200" dirty="0">
            <a:latin typeface="+mj-lt"/>
          </a:endParaRPr>
        </a:p>
      </dsp:txBody>
      <dsp:txXfrm rot="-5400000">
        <a:off x="2648096" y="1907874"/>
        <a:ext cx="4685075" cy="418705"/>
      </dsp:txXfrm>
    </dsp:sp>
    <dsp:sp modelId="{2042720A-C1D9-4D08-AE37-941E0D7B404C}">
      <dsp:nvSpPr>
        <dsp:cNvPr id="0" name=""/>
        <dsp:cNvSpPr/>
      </dsp:nvSpPr>
      <dsp:spPr>
        <a:xfrm>
          <a:off x="0" y="1827221"/>
          <a:ext cx="2648096" cy="5800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US" sz="2400" b="0" kern="1200" smtClean="0">
              <a:latin typeface="+mj-lt"/>
            </a:rPr>
            <a:t>D</a:t>
          </a:r>
          <a:endParaRPr lang="en-US" sz="2400" b="0" kern="1200" dirty="0">
            <a:latin typeface="+mj-lt"/>
          </a:endParaRPr>
        </a:p>
      </dsp:txBody>
      <dsp:txXfrm>
        <a:off x="28314" y="1855535"/>
        <a:ext cx="2591468" cy="523381"/>
      </dsp:txXfrm>
    </dsp:sp>
    <dsp:sp modelId="{F099F292-AC4D-46F4-945C-6DB5145B0329}">
      <dsp:nvSpPr>
        <dsp:cNvPr id="0" name=""/>
        <dsp:cNvSpPr/>
      </dsp:nvSpPr>
      <dsp:spPr>
        <a:xfrm rot="5400000">
          <a:off x="4769955" y="372373"/>
          <a:ext cx="464007"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latin typeface="+mj-lt"/>
            </a:rPr>
            <a:t>Review firewall settings</a:t>
          </a:r>
          <a:endParaRPr lang="en-US" sz="1800" kern="1200" dirty="0">
            <a:latin typeface="+mj-lt"/>
          </a:endParaRPr>
        </a:p>
      </dsp:txBody>
      <dsp:txXfrm rot="-5400000">
        <a:off x="2648096" y="2516884"/>
        <a:ext cx="4685075" cy="418705"/>
      </dsp:txXfrm>
    </dsp:sp>
    <dsp:sp modelId="{50ADD311-74F5-4445-8627-25A8AC9E5A51}">
      <dsp:nvSpPr>
        <dsp:cNvPr id="0" name=""/>
        <dsp:cNvSpPr/>
      </dsp:nvSpPr>
      <dsp:spPr>
        <a:xfrm>
          <a:off x="0" y="2436231"/>
          <a:ext cx="2648096" cy="5800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US" sz="2400" b="0" kern="1200" smtClean="0">
              <a:latin typeface="+mj-lt"/>
            </a:rPr>
            <a:t>E</a:t>
          </a:r>
          <a:endParaRPr lang="en-US" sz="2400" b="0" kern="1200" dirty="0">
            <a:latin typeface="+mj-lt"/>
          </a:endParaRPr>
        </a:p>
      </dsp:txBody>
      <dsp:txXfrm>
        <a:off x="28314" y="2464545"/>
        <a:ext cx="2591468" cy="523381"/>
      </dsp:txXfrm>
    </dsp:sp>
    <dsp:sp modelId="{576B2941-5E22-47CD-BAD9-0D296FAA051A}">
      <dsp:nvSpPr>
        <dsp:cNvPr id="0" name=""/>
        <dsp:cNvSpPr/>
      </dsp:nvSpPr>
      <dsp:spPr>
        <a:xfrm rot="5400000">
          <a:off x="4769955" y="981382"/>
          <a:ext cx="464007"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b="0" kern="1200" smtClean="0">
              <a:latin typeface="+mj-lt"/>
            </a:rPr>
            <a:t>Analyse data included in the tickets</a:t>
          </a:r>
          <a:endParaRPr lang="en-US" sz="1800" b="0" kern="1200" dirty="0">
            <a:latin typeface="+mj-lt"/>
          </a:endParaRPr>
        </a:p>
      </dsp:txBody>
      <dsp:txXfrm rot="-5400000">
        <a:off x="2648096" y="3125893"/>
        <a:ext cx="4685075" cy="418705"/>
      </dsp:txXfrm>
    </dsp:sp>
    <dsp:sp modelId="{2FA77E36-F176-47DD-A028-5EEBDD0C1518}">
      <dsp:nvSpPr>
        <dsp:cNvPr id="0" name=""/>
        <dsp:cNvSpPr/>
      </dsp:nvSpPr>
      <dsp:spPr>
        <a:xfrm>
          <a:off x="0" y="3045241"/>
          <a:ext cx="2648096" cy="5800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US" sz="2400" b="0" kern="1200" smtClean="0">
              <a:latin typeface="+mj-lt"/>
            </a:rPr>
            <a:t>F</a:t>
          </a:r>
          <a:endParaRPr lang="en-US" sz="2400" b="0" kern="1200" dirty="0">
            <a:latin typeface="+mj-lt"/>
          </a:endParaRPr>
        </a:p>
      </dsp:txBody>
      <dsp:txXfrm>
        <a:off x="28314" y="3073555"/>
        <a:ext cx="2591468" cy="523381"/>
      </dsp:txXfrm>
    </dsp:sp>
    <dsp:sp modelId="{EA10102D-8108-4E5A-9298-797074E2C94F}">
      <dsp:nvSpPr>
        <dsp:cNvPr id="0" name=""/>
        <dsp:cNvSpPr/>
      </dsp:nvSpPr>
      <dsp:spPr>
        <a:xfrm rot="5400000">
          <a:off x="4769955" y="1590392"/>
          <a:ext cx="464007"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latin typeface="+mj-lt"/>
            </a:rPr>
            <a:t>Inform users that their data have been leaked</a:t>
          </a:r>
          <a:endParaRPr lang="en-US" sz="1800" kern="1200" dirty="0">
            <a:latin typeface="+mj-lt"/>
          </a:endParaRPr>
        </a:p>
      </dsp:txBody>
      <dsp:txXfrm rot="-5400000">
        <a:off x="2648096" y="3734903"/>
        <a:ext cx="4685075" cy="418705"/>
      </dsp:txXfrm>
    </dsp:sp>
    <dsp:sp modelId="{E3B2B6EE-CB7E-4F3E-8DC3-A2376F138289}">
      <dsp:nvSpPr>
        <dsp:cNvPr id="0" name=""/>
        <dsp:cNvSpPr/>
      </dsp:nvSpPr>
      <dsp:spPr>
        <a:xfrm>
          <a:off x="0" y="3654251"/>
          <a:ext cx="2648096" cy="5800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US" sz="2400" b="0" kern="1200" smtClean="0">
              <a:latin typeface="+mj-lt"/>
            </a:rPr>
            <a:t>G</a:t>
          </a:r>
          <a:endParaRPr lang="en-US" sz="2400" b="0" kern="1200" dirty="0">
            <a:latin typeface="+mj-lt"/>
          </a:endParaRPr>
        </a:p>
      </dsp:txBody>
      <dsp:txXfrm>
        <a:off x="28314" y="3682565"/>
        <a:ext cx="2591468" cy="523381"/>
      </dsp:txXfrm>
    </dsp:sp>
    <dsp:sp modelId="{0588755D-5CCE-4E72-84F9-312ACE107573}">
      <dsp:nvSpPr>
        <dsp:cNvPr id="0" name=""/>
        <dsp:cNvSpPr/>
      </dsp:nvSpPr>
      <dsp:spPr>
        <a:xfrm rot="5400000">
          <a:off x="4769955" y="2199402"/>
          <a:ext cx="464007" cy="470772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latin typeface="+mj-lt"/>
            </a:rPr>
            <a:t>Other</a:t>
          </a:r>
          <a:endParaRPr lang="en-US" sz="1800" kern="1200" dirty="0">
            <a:latin typeface="+mj-lt"/>
          </a:endParaRPr>
        </a:p>
      </dsp:txBody>
      <dsp:txXfrm rot="-5400000">
        <a:off x="2648096" y="4343913"/>
        <a:ext cx="4685075" cy="418705"/>
      </dsp:txXfrm>
    </dsp:sp>
    <dsp:sp modelId="{10DE2C65-0D1A-43C7-9A9C-A5E01B732A89}">
      <dsp:nvSpPr>
        <dsp:cNvPr id="0" name=""/>
        <dsp:cNvSpPr/>
      </dsp:nvSpPr>
      <dsp:spPr>
        <a:xfrm>
          <a:off x="0" y="4263261"/>
          <a:ext cx="2648096" cy="5800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US" sz="2400" b="0" kern="1200" smtClean="0">
              <a:latin typeface="+mj-lt"/>
            </a:rPr>
            <a:t>H</a:t>
          </a:r>
          <a:endParaRPr lang="en-US" sz="2400" b="0" kern="1200" dirty="0">
            <a:latin typeface="+mj-lt"/>
          </a:endParaRPr>
        </a:p>
      </dsp:txBody>
      <dsp:txXfrm>
        <a:off x="28314" y="4291575"/>
        <a:ext cx="2591468" cy="52338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678A53-703F-4FBA-AA87-3FB515E5CCC8}" type="datetimeFigureOut">
              <a:rPr lang="en-GB" smtClean="0"/>
              <a:t>01/06/2025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E84B5-6B8D-4157-B308-F9864A6885A1}" type="slidenum">
              <a:rPr lang="en-GB" smtClean="0"/>
              <a:t>‹#›</a:t>
            </a:fld>
            <a:endParaRPr lang="en-GB"/>
          </a:p>
        </p:txBody>
      </p:sp>
    </p:spTree>
    <p:extLst>
      <p:ext uri="{BB962C8B-B14F-4D97-AF65-F5344CB8AC3E}">
        <p14:creationId xmlns:p14="http://schemas.microsoft.com/office/powerpoint/2010/main" val="1416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p:bg>
      <p:bgPr>
        <a:solidFill>
          <a:schemeClr val="tx1"/>
        </a:solidFill>
        <a:effectLst/>
      </p:bgPr>
    </p:bg>
    <p:spTree>
      <p:nvGrpSpPr>
        <p:cNvPr id="1" name=""/>
        <p:cNvGrpSpPr/>
        <p:nvPr/>
      </p:nvGrpSpPr>
      <p:grpSpPr>
        <a:xfrm>
          <a:off x="0" y="0"/>
          <a:ext cx="0" cy="0"/>
          <a:chOff x="0" y="0"/>
          <a:chExt cx="0" cy="0"/>
        </a:xfrm>
      </p:grpSpPr>
      <p:pic>
        <p:nvPicPr>
          <p:cNvPr id="17" name="Immagine 16">
            <a:extLst>
              <a:ext uri="{FF2B5EF4-FFF2-40B4-BE49-F238E27FC236}">
                <a16:creationId xmlns:a16="http://schemas.microsoft.com/office/drawing/2014/main" id="{C0EF151B-726D-AD4A-8807-6DBC6BB82B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7" name="CasellaDiTesto 36">
            <a:extLst>
              <a:ext uri="{FF2B5EF4-FFF2-40B4-BE49-F238E27FC236}">
                <a16:creationId xmlns:a16="http://schemas.microsoft.com/office/drawing/2014/main" id="{D5CD0EF7-828A-B042-9E56-8666AFFF9AAC}"/>
              </a:ext>
            </a:extLst>
          </p:cNvPr>
          <p:cNvSpPr txBox="1"/>
          <p:nvPr userDrawn="1"/>
        </p:nvSpPr>
        <p:spPr>
          <a:xfrm>
            <a:off x="2584957" y="3455505"/>
            <a:ext cx="2266967" cy="1374735"/>
          </a:xfrm>
          <a:prstGeom prst="rect">
            <a:avLst/>
          </a:prstGeom>
          <a:noFill/>
        </p:spPr>
        <p:txBody>
          <a:bodyPr wrap="none" rtlCol="0">
            <a:spAutoFit/>
          </a:bodyPr>
          <a:lstStyle/>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EUROPEAN</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DATA </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PROTECTION</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SUPERVISOR</a:t>
            </a:r>
          </a:p>
        </p:txBody>
      </p:sp>
      <p:sp>
        <p:nvSpPr>
          <p:cNvPr id="38" name="CasellaDiTesto 37">
            <a:extLst>
              <a:ext uri="{FF2B5EF4-FFF2-40B4-BE49-F238E27FC236}">
                <a16:creationId xmlns:a16="http://schemas.microsoft.com/office/drawing/2014/main" id="{46773534-FFE0-C44D-9E12-7D5861FA4F48}"/>
              </a:ext>
            </a:extLst>
          </p:cNvPr>
          <p:cNvSpPr txBox="1"/>
          <p:nvPr userDrawn="1"/>
        </p:nvSpPr>
        <p:spPr>
          <a:xfrm>
            <a:off x="2592797" y="4891400"/>
            <a:ext cx="2839047" cy="528350"/>
          </a:xfrm>
          <a:prstGeom prst="rect">
            <a:avLst/>
          </a:prstGeom>
          <a:noFill/>
        </p:spPr>
        <p:txBody>
          <a:bodyPr wrap="none" rtlCol="0">
            <a:spAutoFit/>
          </a:bodyPr>
          <a:lstStyle/>
          <a:p>
            <a:pPr>
              <a:lnSpc>
                <a:spcPts val="1700"/>
              </a:lnSpc>
            </a:pPr>
            <a:r>
              <a:rPr lang="it-IT" sz="1500" dirty="0">
                <a:solidFill>
                  <a:srgbClr val="304F99"/>
                </a:solidFill>
                <a:effectLst/>
                <a:latin typeface="Verdana" panose="020B0604030504040204" pitchFamily="34" charset="0"/>
              </a:rPr>
              <a:t>The </a:t>
            </a:r>
            <a:r>
              <a:rPr lang="en-GB" sz="1500" noProof="0" dirty="0" smtClean="0">
                <a:solidFill>
                  <a:srgbClr val="304F99"/>
                </a:solidFill>
                <a:effectLst/>
                <a:latin typeface="Verdana" panose="020B0604030504040204" pitchFamily="34" charset="0"/>
              </a:rPr>
              <a:t>EU’s independent data </a:t>
            </a:r>
          </a:p>
          <a:p>
            <a:pPr>
              <a:lnSpc>
                <a:spcPts val="1700"/>
              </a:lnSpc>
            </a:pPr>
            <a:r>
              <a:rPr lang="en-GB" sz="1500" noProof="0" dirty="0" smtClean="0">
                <a:solidFill>
                  <a:srgbClr val="304F99"/>
                </a:solidFill>
                <a:effectLst/>
                <a:latin typeface="Verdana" panose="020B0604030504040204" pitchFamily="34" charset="0"/>
              </a:rPr>
              <a:t>protection </a:t>
            </a:r>
            <a:r>
              <a:rPr lang="it-IT" sz="1500" dirty="0" smtClean="0">
                <a:solidFill>
                  <a:srgbClr val="304F99"/>
                </a:solidFill>
                <a:effectLst/>
                <a:latin typeface="Verdana" panose="020B0604030504040204" pitchFamily="34" charset="0"/>
              </a:rPr>
              <a:t>authority</a:t>
            </a:r>
            <a:endParaRPr lang="it-IT" sz="1500" dirty="0">
              <a:solidFill>
                <a:srgbClr val="304F99"/>
              </a:solidFill>
              <a:effectLst/>
              <a:latin typeface="Verdana" panose="020B0604030504040204" pitchFamily="34" charset="0"/>
            </a:endParaRPr>
          </a:p>
        </p:txBody>
      </p:sp>
      <p:sp>
        <p:nvSpPr>
          <p:cNvPr id="9" name="Segnaposto testo 2">
            <a:extLst>
              <a:ext uri="{FF2B5EF4-FFF2-40B4-BE49-F238E27FC236}">
                <a16:creationId xmlns:a16="http://schemas.microsoft.com/office/drawing/2014/main" id="{1B70729E-33E3-9548-8053-A6F2A67991C9}"/>
              </a:ext>
            </a:extLst>
          </p:cNvPr>
          <p:cNvSpPr>
            <a:spLocks noGrp="1"/>
          </p:cNvSpPr>
          <p:nvPr>
            <p:ph type="body" sz="quarter" idx="16" hasCustomPrompt="1"/>
          </p:nvPr>
        </p:nvSpPr>
        <p:spPr>
          <a:xfrm>
            <a:off x="6410739" y="443550"/>
            <a:ext cx="4401551" cy="2458675"/>
          </a:xfrm>
          <a:prstGeom prst="rect">
            <a:avLst/>
          </a:prstGeom>
        </p:spPr>
        <p:txBody>
          <a:bodyPr anchor="b"/>
          <a:lstStyle>
            <a:lvl1pPr marL="0" indent="0" algn="l">
              <a:spcBef>
                <a:spcPts val="0"/>
              </a:spcBef>
              <a:buNone/>
              <a:defRPr sz="2800" b="1">
                <a:solidFill>
                  <a:schemeClr val="accent3"/>
                </a:solidFill>
                <a:latin typeface="Verdana" panose="020B0604030504040204" pitchFamily="34" charset="0"/>
                <a:ea typeface="Verdana" panose="020B0604030504040204" pitchFamily="34" charset="0"/>
                <a:cs typeface="Verdana" panose="020B0604030504040204" pitchFamily="34" charset="0"/>
              </a:defRPr>
            </a:lvl1pPr>
            <a:lvl2pPr indent="0" algn="l">
              <a:buNone/>
              <a:defRPr sz="2800" b="1">
                <a:latin typeface="Verdana" panose="020B0604030504040204" pitchFamily="34" charset="0"/>
                <a:ea typeface="Verdana" panose="020B0604030504040204" pitchFamily="34" charset="0"/>
                <a:cs typeface="Verdana" panose="020B0604030504040204" pitchFamily="34" charset="0"/>
              </a:defRPr>
            </a:lvl2pPr>
            <a:lvl3pPr indent="0" algn="l">
              <a:buNone/>
              <a:defRPr sz="2800" b="1">
                <a:latin typeface="Verdana" panose="020B0604030504040204" pitchFamily="34" charset="0"/>
                <a:ea typeface="Verdana" panose="020B0604030504040204" pitchFamily="34" charset="0"/>
                <a:cs typeface="Verdana" panose="020B0604030504040204" pitchFamily="34" charset="0"/>
              </a:defRPr>
            </a:lvl3pPr>
            <a:lvl4pPr indent="0" algn="l">
              <a:buNone/>
              <a:defRPr sz="2800" b="1">
                <a:latin typeface="Verdana" panose="020B0604030504040204" pitchFamily="34" charset="0"/>
                <a:ea typeface="Verdana" panose="020B0604030504040204" pitchFamily="34" charset="0"/>
                <a:cs typeface="Verdana" panose="020B0604030504040204" pitchFamily="34" charset="0"/>
              </a:defRPr>
            </a:lvl4pPr>
            <a:lvl5pPr indent="0" algn="l">
              <a:buNone/>
              <a:defRPr sz="2800" b="1">
                <a:latin typeface="Verdana" panose="020B0604030504040204" pitchFamily="34" charset="0"/>
                <a:ea typeface="Verdana" panose="020B0604030504040204" pitchFamily="34" charset="0"/>
                <a:cs typeface="Verdana" panose="020B0604030504040204" pitchFamily="34" charset="0"/>
              </a:defRPr>
            </a:lvl5pPr>
          </a:lstStyle>
          <a:p>
            <a:pPr lvl="0"/>
            <a:r>
              <a:rPr lang="it-IT" dirty="0"/>
              <a:t>TITLE</a:t>
            </a:r>
          </a:p>
        </p:txBody>
      </p:sp>
      <p:sp>
        <p:nvSpPr>
          <p:cNvPr id="2" name="Slide Number Placeholder 1"/>
          <p:cNvSpPr>
            <a:spLocks noGrp="1"/>
          </p:cNvSpPr>
          <p:nvPr>
            <p:ph type="sldNum" sz="quarter" idx="17"/>
          </p:nvPr>
        </p:nvSpPr>
        <p:spPr/>
        <p:txBody>
          <a:bodyPr/>
          <a:lstStyle/>
          <a:p>
            <a:fld id="{F631AA85-691D-466F-8F38-20C9C80A4796}" type="slidenum">
              <a:rPr lang="en-GB" smtClean="0"/>
              <a:pPr/>
              <a:t>‹#›</a:t>
            </a:fld>
            <a:endParaRPr lang="en-GB" dirty="0"/>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326" y="300454"/>
            <a:ext cx="2299631" cy="1937136"/>
          </a:xfrm>
          <a:prstGeom prst="rect">
            <a:avLst/>
          </a:prstGeom>
        </p:spPr>
      </p:pic>
    </p:spTree>
    <p:extLst>
      <p:ext uri="{BB962C8B-B14F-4D97-AF65-F5344CB8AC3E}">
        <p14:creationId xmlns:p14="http://schemas.microsoft.com/office/powerpoint/2010/main" val="107459856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tx1"/>
        </a:solidFill>
        <a:effectLst/>
      </p:bgPr>
    </p:bg>
    <p:spTree>
      <p:nvGrpSpPr>
        <p:cNvPr id="1" name=""/>
        <p:cNvGrpSpPr/>
        <p:nvPr/>
      </p:nvGrpSpPr>
      <p:grpSpPr>
        <a:xfrm>
          <a:off x="0" y="0"/>
          <a:ext cx="0" cy="0"/>
          <a:chOff x="0" y="0"/>
          <a:chExt cx="0" cy="0"/>
        </a:xfrm>
      </p:grpSpPr>
      <p:pic>
        <p:nvPicPr>
          <p:cNvPr id="17" name="Immagine 16">
            <a:extLst>
              <a:ext uri="{FF2B5EF4-FFF2-40B4-BE49-F238E27FC236}">
                <a16:creationId xmlns:a16="http://schemas.microsoft.com/office/drawing/2014/main" id="{C0EF151B-726D-AD4A-8807-6DBC6BB82B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4" name="Immagine 33">
            <a:extLst>
              <a:ext uri="{FF2B5EF4-FFF2-40B4-BE49-F238E27FC236}">
                <a16:creationId xmlns:a16="http://schemas.microsoft.com/office/drawing/2014/main" id="{BB53172A-36A4-6444-ABA9-3FDD948270E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8373" y="440508"/>
            <a:ext cx="2019299" cy="1700993"/>
          </a:xfrm>
          <a:prstGeom prst="rect">
            <a:avLst/>
          </a:prstGeom>
        </p:spPr>
      </p:pic>
      <p:sp>
        <p:nvSpPr>
          <p:cNvPr id="37" name="CasellaDiTesto 36">
            <a:extLst>
              <a:ext uri="{FF2B5EF4-FFF2-40B4-BE49-F238E27FC236}">
                <a16:creationId xmlns:a16="http://schemas.microsoft.com/office/drawing/2014/main" id="{D5CD0EF7-828A-B042-9E56-8666AFFF9AAC}"/>
              </a:ext>
            </a:extLst>
          </p:cNvPr>
          <p:cNvSpPr txBox="1"/>
          <p:nvPr userDrawn="1"/>
        </p:nvSpPr>
        <p:spPr>
          <a:xfrm>
            <a:off x="2873191" y="179061"/>
            <a:ext cx="2266967" cy="1374735"/>
          </a:xfrm>
          <a:prstGeom prst="rect">
            <a:avLst/>
          </a:prstGeom>
          <a:noFill/>
        </p:spPr>
        <p:txBody>
          <a:bodyPr wrap="none" rtlCol="0">
            <a:spAutoFit/>
          </a:bodyPr>
          <a:lstStyle/>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EUROPEAN</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DATA </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PROTECTION</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SUPERVISOR</a:t>
            </a:r>
          </a:p>
        </p:txBody>
      </p:sp>
      <p:sp>
        <p:nvSpPr>
          <p:cNvPr id="38" name="CasellaDiTesto 37">
            <a:extLst>
              <a:ext uri="{FF2B5EF4-FFF2-40B4-BE49-F238E27FC236}">
                <a16:creationId xmlns:a16="http://schemas.microsoft.com/office/drawing/2014/main" id="{46773534-FFE0-C44D-9E12-7D5861FA4F48}"/>
              </a:ext>
            </a:extLst>
          </p:cNvPr>
          <p:cNvSpPr txBox="1"/>
          <p:nvPr userDrawn="1"/>
        </p:nvSpPr>
        <p:spPr>
          <a:xfrm>
            <a:off x="2881031" y="1614956"/>
            <a:ext cx="2839047" cy="528350"/>
          </a:xfrm>
          <a:prstGeom prst="rect">
            <a:avLst/>
          </a:prstGeom>
          <a:noFill/>
        </p:spPr>
        <p:txBody>
          <a:bodyPr wrap="none" rtlCol="0">
            <a:spAutoFit/>
          </a:bodyPr>
          <a:lstStyle/>
          <a:p>
            <a:pPr>
              <a:lnSpc>
                <a:spcPts val="1700"/>
              </a:lnSpc>
            </a:pPr>
            <a:r>
              <a:rPr lang="it-IT" sz="1500" dirty="0">
                <a:solidFill>
                  <a:srgbClr val="304F99"/>
                </a:solidFill>
                <a:effectLst/>
                <a:latin typeface="Verdana" panose="020B0604030504040204" pitchFamily="34" charset="0"/>
              </a:rPr>
              <a:t>The </a:t>
            </a:r>
            <a:r>
              <a:rPr lang="en-GB" sz="1500" noProof="0" dirty="0" smtClean="0">
                <a:solidFill>
                  <a:srgbClr val="304F99"/>
                </a:solidFill>
                <a:effectLst/>
                <a:latin typeface="Verdana" panose="020B0604030504040204" pitchFamily="34" charset="0"/>
              </a:rPr>
              <a:t>EU’s independent data </a:t>
            </a:r>
          </a:p>
          <a:p>
            <a:pPr>
              <a:lnSpc>
                <a:spcPts val="1700"/>
              </a:lnSpc>
            </a:pPr>
            <a:r>
              <a:rPr lang="en-GB" sz="1500" noProof="0" dirty="0" smtClean="0">
                <a:solidFill>
                  <a:srgbClr val="304F99"/>
                </a:solidFill>
                <a:effectLst/>
                <a:latin typeface="Verdana" panose="020B0604030504040204" pitchFamily="34" charset="0"/>
              </a:rPr>
              <a:t>protection</a:t>
            </a:r>
            <a:r>
              <a:rPr lang="it-IT" sz="1500" dirty="0" smtClean="0">
                <a:solidFill>
                  <a:srgbClr val="304F99"/>
                </a:solidFill>
                <a:effectLst/>
                <a:latin typeface="Verdana" panose="020B0604030504040204" pitchFamily="34" charset="0"/>
              </a:rPr>
              <a:t> </a:t>
            </a:r>
            <a:r>
              <a:rPr lang="it-IT" sz="1500" dirty="0">
                <a:solidFill>
                  <a:srgbClr val="304F99"/>
                </a:solidFill>
                <a:effectLst/>
                <a:latin typeface="Verdana" panose="020B0604030504040204" pitchFamily="34" charset="0"/>
              </a:rPr>
              <a:t>authority</a:t>
            </a:r>
          </a:p>
        </p:txBody>
      </p:sp>
      <p:sp>
        <p:nvSpPr>
          <p:cNvPr id="9" name="Segnaposto testo 2">
            <a:extLst>
              <a:ext uri="{FF2B5EF4-FFF2-40B4-BE49-F238E27FC236}">
                <a16:creationId xmlns:a16="http://schemas.microsoft.com/office/drawing/2014/main" id="{1B70729E-33E3-9548-8053-A6F2A67991C9}"/>
              </a:ext>
            </a:extLst>
          </p:cNvPr>
          <p:cNvSpPr>
            <a:spLocks noGrp="1"/>
          </p:cNvSpPr>
          <p:nvPr>
            <p:ph type="body" sz="quarter" idx="16" hasCustomPrompt="1"/>
          </p:nvPr>
        </p:nvSpPr>
        <p:spPr>
          <a:xfrm>
            <a:off x="6410739" y="443550"/>
            <a:ext cx="4401551" cy="2458675"/>
          </a:xfrm>
          <a:prstGeom prst="rect">
            <a:avLst/>
          </a:prstGeom>
        </p:spPr>
        <p:txBody>
          <a:bodyPr anchor="b"/>
          <a:lstStyle>
            <a:lvl1pPr marL="0" indent="0" algn="l">
              <a:spcBef>
                <a:spcPts val="0"/>
              </a:spcBef>
              <a:buNone/>
              <a:defRPr sz="2800" b="1">
                <a:solidFill>
                  <a:schemeClr val="accent3"/>
                </a:solidFill>
                <a:latin typeface="Verdana" panose="020B0604030504040204" pitchFamily="34" charset="0"/>
                <a:ea typeface="Verdana" panose="020B0604030504040204" pitchFamily="34" charset="0"/>
                <a:cs typeface="Verdana" panose="020B0604030504040204" pitchFamily="34" charset="0"/>
              </a:defRPr>
            </a:lvl1pPr>
            <a:lvl2pPr indent="0" algn="l">
              <a:buNone/>
              <a:defRPr sz="2800" b="1">
                <a:latin typeface="Verdana" panose="020B0604030504040204" pitchFamily="34" charset="0"/>
                <a:ea typeface="Verdana" panose="020B0604030504040204" pitchFamily="34" charset="0"/>
                <a:cs typeface="Verdana" panose="020B0604030504040204" pitchFamily="34" charset="0"/>
              </a:defRPr>
            </a:lvl2pPr>
            <a:lvl3pPr indent="0" algn="l">
              <a:buNone/>
              <a:defRPr sz="2800" b="1">
                <a:latin typeface="Verdana" panose="020B0604030504040204" pitchFamily="34" charset="0"/>
                <a:ea typeface="Verdana" panose="020B0604030504040204" pitchFamily="34" charset="0"/>
                <a:cs typeface="Verdana" panose="020B0604030504040204" pitchFamily="34" charset="0"/>
              </a:defRPr>
            </a:lvl3pPr>
            <a:lvl4pPr indent="0" algn="l">
              <a:buNone/>
              <a:defRPr sz="2800" b="1">
                <a:latin typeface="Verdana" panose="020B0604030504040204" pitchFamily="34" charset="0"/>
                <a:ea typeface="Verdana" panose="020B0604030504040204" pitchFamily="34" charset="0"/>
                <a:cs typeface="Verdana" panose="020B0604030504040204" pitchFamily="34" charset="0"/>
              </a:defRPr>
            </a:lvl4pPr>
            <a:lvl5pPr indent="0" algn="l">
              <a:buNone/>
              <a:defRPr sz="2800" b="1">
                <a:latin typeface="Verdana" panose="020B0604030504040204" pitchFamily="34" charset="0"/>
                <a:ea typeface="Verdana" panose="020B0604030504040204" pitchFamily="34" charset="0"/>
                <a:cs typeface="Verdana" panose="020B0604030504040204" pitchFamily="34" charset="0"/>
              </a:defRPr>
            </a:lvl5pPr>
          </a:lstStyle>
          <a:p>
            <a:pPr lvl="0"/>
            <a:r>
              <a:rPr lang="it-IT" dirty="0"/>
              <a:t>TITLE</a:t>
            </a:r>
          </a:p>
        </p:txBody>
      </p:sp>
      <p:sp>
        <p:nvSpPr>
          <p:cNvPr id="2" name="Slide Number Placeholder 1"/>
          <p:cNvSpPr>
            <a:spLocks noGrp="1"/>
          </p:cNvSpPr>
          <p:nvPr>
            <p:ph type="sldNum" sz="quarter" idx="17"/>
          </p:nvPr>
        </p:nvSpPr>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1169256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SECTION">
    <p:spTree>
      <p:nvGrpSpPr>
        <p:cNvPr id="1" name=""/>
        <p:cNvGrpSpPr/>
        <p:nvPr/>
      </p:nvGrpSpPr>
      <p:grpSpPr>
        <a:xfrm>
          <a:off x="0" y="0"/>
          <a:ext cx="0" cy="0"/>
          <a:chOff x="0" y="0"/>
          <a:chExt cx="0" cy="0"/>
        </a:xfrm>
      </p:grpSpPr>
      <p:pic>
        <p:nvPicPr>
          <p:cNvPr id="13" name="Immagine 12">
            <a:extLst>
              <a:ext uri="{FF2B5EF4-FFF2-40B4-BE49-F238E27FC236}">
                <a16:creationId xmlns:a16="http://schemas.microsoft.com/office/drawing/2014/main" id="{36674E77-AA40-7B43-8834-B394A42278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egnaposto testo 2">
            <a:extLst>
              <a:ext uri="{FF2B5EF4-FFF2-40B4-BE49-F238E27FC236}">
                <a16:creationId xmlns:a16="http://schemas.microsoft.com/office/drawing/2014/main" id="{E2E9105D-8F81-904F-9AA4-97851C09A52C}"/>
              </a:ext>
            </a:extLst>
          </p:cNvPr>
          <p:cNvSpPr>
            <a:spLocks noGrp="1"/>
          </p:cNvSpPr>
          <p:nvPr>
            <p:ph type="body" sz="quarter" idx="16" hasCustomPrompt="1"/>
          </p:nvPr>
        </p:nvSpPr>
        <p:spPr>
          <a:xfrm>
            <a:off x="2068416" y="2620369"/>
            <a:ext cx="5007947" cy="2702258"/>
          </a:xfrm>
          <a:prstGeom prst="rect">
            <a:avLst/>
          </a:prstGeom>
        </p:spPr>
        <p:txBody>
          <a:bodyPr anchor="t"/>
          <a:lstStyle>
            <a:lvl1pPr marL="0" indent="0" algn="l">
              <a:spcBef>
                <a:spcPts val="0"/>
              </a:spcBef>
              <a:buNone/>
              <a:defRPr sz="2800" b="1">
                <a:solidFill>
                  <a:schemeClr val="accent3"/>
                </a:solidFill>
                <a:latin typeface="Verdana" panose="020B0604030504040204" pitchFamily="34" charset="0"/>
                <a:ea typeface="Verdana" panose="020B0604030504040204" pitchFamily="34" charset="0"/>
                <a:cs typeface="Verdana" panose="020B0604030504040204" pitchFamily="34" charset="0"/>
              </a:defRPr>
            </a:lvl1pPr>
            <a:lvl2pPr indent="0" algn="l">
              <a:buNone/>
              <a:defRPr sz="2800" b="1">
                <a:latin typeface="Verdana" panose="020B0604030504040204" pitchFamily="34" charset="0"/>
                <a:ea typeface="Verdana" panose="020B0604030504040204" pitchFamily="34" charset="0"/>
                <a:cs typeface="Verdana" panose="020B0604030504040204" pitchFamily="34" charset="0"/>
              </a:defRPr>
            </a:lvl2pPr>
            <a:lvl3pPr indent="0" algn="l">
              <a:buNone/>
              <a:defRPr sz="2800" b="1">
                <a:latin typeface="Verdana" panose="020B0604030504040204" pitchFamily="34" charset="0"/>
                <a:ea typeface="Verdana" panose="020B0604030504040204" pitchFamily="34" charset="0"/>
                <a:cs typeface="Verdana" panose="020B0604030504040204" pitchFamily="34" charset="0"/>
              </a:defRPr>
            </a:lvl3pPr>
            <a:lvl4pPr indent="0" algn="l">
              <a:buNone/>
              <a:defRPr sz="2800" b="1">
                <a:latin typeface="Verdana" panose="020B0604030504040204" pitchFamily="34" charset="0"/>
                <a:ea typeface="Verdana" panose="020B0604030504040204" pitchFamily="34" charset="0"/>
                <a:cs typeface="Verdana" panose="020B0604030504040204" pitchFamily="34" charset="0"/>
              </a:defRPr>
            </a:lvl4pPr>
            <a:lvl5pPr indent="0" algn="l">
              <a:buNone/>
              <a:defRPr sz="2800" b="1">
                <a:latin typeface="Verdana" panose="020B0604030504040204" pitchFamily="34" charset="0"/>
                <a:ea typeface="Verdana" panose="020B0604030504040204" pitchFamily="34" charset="0"/>
                <a:cs typeface="Verdana" panose="020B0604030504040204" pitchFamily="34" charset="0"/>
              </a:defRPr>
            </a:lvl5pPr>
          </a:lstStyle>
          <a:p>
            <a:pPr lvl="0"/>
            <a:r>
              <a:rPr lang="it-IT" dirty="0"/>
              <a:t>TITLE SECTION</a:t>
            </a:r>
          </a:p>
        </p:txBody>
      </p:sp>
      <p:sp>
        <p:nvSpPr>
          <p:cNvPr id="2" name="Slide Number Placeholder 1"/>
          <p:cNvSpPr>
            <a:spLocks noGrp="1"/>
          </p:cNvSpPr>
          <p:nvPr>
            <p:ph type="sldNum" sz="quarter" idx="17"/>
          </p:nvPr>
        </p:nvSpPr>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427417598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ITLE+TEXT">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72E48ACF-F9D0-D940-B3D5-2BAA3D08A5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Segnaposto testo 10">
            <a:extLst>
              <a:ext uri="{FF2B5EF4-FFF2-40B4-BE49-F238E27FC236}">
                <a16:creationId xmlns:a16="http://schemas.microsoft.com/office/drawing/2014/main" id="{B761C943-2271-2C40-9337-163BE4604C5A}"/>
              </a:ext>
            </a:extLst>
          </p:cNvPr>
          <p:cNvSpPr>
            <a:spLocks noGrp="1"/>
          </p:cNvSpPr>
          <p:nvPr>
            <p:ph type="body" sz="quarter" idx="11" hasCustomPrompt="1"/>
          </p:nvPr>
        </p:nvSpPr>
        <p:spPr>
          <a:xfrm>
            <a:off x="552168" y="2285907"/>
            <a:ext cx="7498136"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pic>
        <p:nvPicPr>
          <p:cNvPr id="8"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10" name="Titolo 1">
            <a:extLst>
              <a:ext uri="{FF2B5EF4-FFF2-40B4-BE49-F238E27FC236}">
                <a16:creationId xmlns:a16="http://schemas.microsoft.com/office/drawing/2014/main" id="{F1024DB7-73CE-6E41-A58C-9A0D2F7C0002}"/>
              </a:ext>
            </a:extLst>
          </p:cNvPr>
          <p:cNvSpPr>
            <a:spLocks noGrp="1"/>
          </p:cNvSpPr>
          <p:nvPr>
            <p:ph type="title" hasCustomPrompt="1"/>
          </p:nvPr>
        </p:nvSpPr>
        <p:spPr>
          <a:xfrm>
            <a:off x="1710021" y="800787"/>
            <a:ext cx="8706972" cy="653372"/>
          </a:xfrm>
          <a:prstGeom prst="rect">
            <a:avLst/>
          </a:prstGeom>
        </p:spPr>
        <p:txBody>
          <a:bodyPr/>
          <a:lstStyle>
            <a:lvl1pPr>
              <a:lnSpc>
                <a:spcPts val="3660"/>
              </a:lnSpc>
              <a:defRPr sz="2800">
                <a:solidFill>
                  <a:schemeClr val="accent1"/>
                </a:solidFill>
              </a:defRPr>
            </a:lvl1pPr>
          </a:lstStyle>
          <a:p>
            <a:r>
              <a:rPr lang="it-IT" dirty="0"/>
              <a:t>TITLE</a:t>
            </a:r>
          </a:p>
        </p:txBody>
      </p:sp>
      <p:sp>
        <p:nvSpPr>
          <p:cNvPr id="2" name="Slide Number Placeholder 1"/>
          <p:cNvSpPr>
            <a:spLocks noGrp="1"/>
          </p:cNvSpPr>
          <p:nvPr>
            <p:ph type="sldNum" sz="quarter" idx="12"/>
          </p:nvPr>
        </p:nvSpPr>
        <p:spPr>
          <a:xfrm>
            <a:off x="11645795" y="6350926"/>
            <a:ext cx="450273" cy="365125"/>
          </a:xfrm>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93370994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2" pos="39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EXT">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B87BEADD-CFEC-4A49-BBAE-4A0B2344D6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Segnaposto testo 10">
            <a:extLst>
              <a:ext uri="{FF2B5EF4-FFF2-40B4-BE49-F238E27FC236}">
                <a16:creationId xmlns:a16="http://schemas.microsoft.com/office/drawing/2014/main" id="{4E8A0B09-851E-C041-955C-DB793A519295}"/>
              </a:ext>
            </a:extLst>
          </p:cNvPr>
          <p:cNvSpPr>
            <a:spLocks noGrp="1"/>
          </p:cNvSpPr>
          <p:nvPr>
            <p:ph type="body" sz="quarter" idx="11" hasCustomPrompt="1"/>
          </p:nvPr>
        </p:nvSpPr>
        <p:spPr>
          <a:xfrm>
            <a:off x="552168" y="2285907"/>
            <a:ext cx="7498136"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pic>
        <p:nvPicPr>
          <p:cNvPr id="7"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3" name="Slide Number Placeholder 2"/>
          <p:cNvSpPr>
            <a:spLocks noGrp="1"/>
          </p:cNvSpPr>
          <p:nvPr>
            <p:ph type="sldNum" sz="quarter" idx="12"/>
          </p:nvPr>
        </p:nvSpPr>
        <p:spPr>
          <a:xfrm>
            <a:off x="11645794" y="6350926"/>
            <a:ext cx="450273" cy="365125"/>
          </a:xfrm>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373840949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TEXT+IMAGE">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F49ADDC9-C0D6-9347-9AB6-D87F7E1E8A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6" name="Segnaposto testo 10">
            <a:extLst>
              <a:ext uri="{FF2B5EF4-FFF2-40B4-BE49-F238E27FC236}">
                <a16:creationId xmlns:a16="http://schemas.microsoft.com/office/drawing/2014/main" id="{D7910171-C96A-EA42-BFAE-F1605D249939}"/>
              </a:ext>
            </a:extLst>
          </p:cNvPr>
          <p:cNvSpPr>
            <a:spLocks noGrp="1"/>
          </p:cNvSpPr>
          <p:nvPr>
            <p:ph type="body" sz="quarter" idx="11" hasCustomPrompt="1"/>
          </p:nvPr>
        </p:nvSpPr>
        <p:spPr>
          <a:xfrm>
            <a:off x="552168" y="2285907"/>
            <a:ext cx="4485997"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sp>
        <p:nvSpPr>
          <p:cNvPr id="10" name="Segnaposto immagine 13">
            <a:extLst>
              <a:ext uri="{FF2B5EF4-FFF2-40B4-BE49-F238E27FC236}">
                <a16:creationId xmlns:a16="http://schemas.microsoft.com/office/drawing/2014/main" id="{4687D212-57A7-3140-8E5B-1D21E52C3C4B}"/>
              </a:ext>
            </a:extLst>
          </p:cNvPr>
          <p:cNvSpPr>
            <a:spLocks noGrp="1"/>
          </p:cNvSpPr>
          <p:nvPr>
            <p:ph type="pic" sz="quarter" idx="10" hasCustomPrompt="1"/>
          </p:nvPr>
        </p:nvSpPr>
        <p:spPr>
          <a:xfrm>
            <a:off x="5349118" y="2294467"/>
            <a:ext cx="5515111" cy="3684215"/>
          </a:xfrm>
          <a:prstGeom prst="rect">
            <a:avLst/>
          </a:prstGeom>
        </p:spPr>
        <p:txBody>
          <a:bodyPr/>
          <a:lstStyle>
            <a:lvl1pPr>
              <a:buNone/>
              <a:defRPr sz="1600"/>
            </a:lvl1pPr>
          </a:lstStyle>
          <a:p>
            <a:r>
              <a:rPr lang="it-IT" dirty="0"/>
              <a:t>IMAGE</a:t>
            </a:r>
          </a:p>
        </p:txBody>
      </p:sp>
      <p:pic>
        <p:nvPicPr>
          <p:cNvPr id="12"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2" name="Slide Number Placeholder 1"/>
          <p:cNvSpPr>
            <a:spLocks noGrp="1"/>
          </p:cNvSpPr>
          <p:nvPr>
            <p:ph type="sldNum" sz="quarter" idx="12"/>
          </p:nvPr>
        </p:nvSpPr>
        <p:spPr>
          <a:xfrm>
            <a:off x="11645795" y="6350926"/>
            <a:ext cx="450273" cy="365125"/>
          </a:xfrm>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141078298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IMAGE">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F49ADDC9-C0D6-9347-9AB6-D87F7E1E8A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6" name="Segnaposto testo 10">
            <a:extLst>
              <a:ext uri="{FF2B5EF4-FFF2-40B4-BE49-F238E27FC236}">
                <a16:creationId xmlns:a16="http://schemas.microsoft.com/office/drawing/2014/main" id="{D7910171-C96A-EA42-BFAE-F1605D249939}"/>
              </a:ext>
            </a:extLst>
          </p:cNvPr>
          <p:cNvSpPr>
            <a:spLocks noGrp="1"/>
          </p:cNvSpPr>
          <p:nvPr>
            <p:ph type="body" sz="quarter" idx="11" hasCustomPrompt="1"/>
          </p:nvPr>
        </p:nvSpPr>
        <p:spPr>
          <a:xfrm>
            <a:off x="552168" y="2285907"/>
            <a:ext cx="4485997"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sp>
        <p:nvSpPr>
          <p:cNvPr id="18" name="Segnaposto immagine 13">
            <a:extLst>
              <a:ext uri="{FF2B5EF4-FFF2-40B4-BE49-F238E27FC236}">
                <a16:creationId xmlns:a16="http://schemas.microsoft.com/office/drawing/2014/main" id="{6F3A05DD-E310-954E-BF3D-5D5FEF9D2069}"/>
              </a:ext>
            </a:extLst>
          </p:cNvPr>
          <p:cNvSpPr>
            <a:spLocks noGrp="1"/>
          </p:cNvSpPr>
          <p:nvPr>
            <p:ph type="pic" sz="quarter" idx="10" hasCustomPrompt="1"/>
          </p:nvPr>
        </p:nvSpPr>
        <p:spPr>
          <a:xfrm>
            <a:off x="5349118" y="2294467"/>
            <a:ext cx="5515111" cy="3684215"/>
          </a:xfrm>
          <a:prstGeom prst="rect">
            <a:avLst/>
          </a:prstGeom>
        </p:spPr>
        <p:txBody>
          <a:bodyPr/>
          <a:lstStyle>
            <a:lvl1pPr>
              <a:buNone/>
              <a:defRPr sz="1600"/>
            </a:lvl1pPr>
          </a:lstStyle>
          <a:p>
            <a:r>
              <a:rPr lang="it-IT" dirty="0"/>
              <a:t>IMAGE</a:t>
            </a:r>
          </a:p>
        </p:txBody>
      </p:sp>
      <p:pic>
        <p:nvPicPr>
          <p:cNvPr id="10"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11" name="Titolo 1">
            <a:extLst>
              <a:ext uri="{FF2B5EF4-FFF2-40B4-BE49-F238E27FC236}">
                <a16:creationId xmlns:a16="http://schemas.microsoft.com/office/drawing/2014/main" id="{F1024DB7-73CE-6E41-A58C-9A0D2F7C0002}"/>
              </a:ext>
            </a:extLst>
          </p:cNvPr>
          <p:cNvSpPr>
            <a:spLocks noGrp="1"/>
          </p:cNvSpPr>
          <p:nvPr>
            <p:ph type="title" hasCustomPrompt="1"/>
          </p:nvPr>
        </p:nvSpPr>
        <p:spPr>
          <a:xfrm>
            <a:off x="1710021" y="800787"/>
            <a:ext cx="8706972" cy="653372"/>
          </a:xfrm>
          <a:prstGeom prst="rect">
            <a:avLst/>
          </a:prstGeom>
        </p:spPr>
        <p:txBody>
          <a:bodyPr/>
          <a:lstStyle>
            <a:lvl1pPr>
              <a:lnSpc>
                <a:spcPts val="3660"/>
              </a:lnSpc>
              <a:defRPr sz="2800">
                <a:solidFill>
                  <a:schemeClr val="accent1"/>
                </a:solidFill>
              </a:defRPr>
            </a:lvl1pPr>
          </a:lstStyle>
          <a:p>
            <a:r>
              <a:rPr lang="it-IT" dirty="0"/>
              <a:t>TITLE</a:t>
            </a:r>
          </a:p>
        </p:txBody>
      </p:sp>
      <p:sp>
        <p:nvSpPr>
          <p:cNvPr id="2" name="Slide Number Placeholder 1"/>
          <p:cNvSpPr>
            <a:spLocks noGrp="1"/>
          </p:cNvSpPr>
          <p:nvPr>
            <p:ph type="sldNum" sz="quarter" idx="12"/>
          </p:nvPr>
        </p:nvSpPr>
        <p:spPr>
          <a:xfrm>
            <a:off x="11645795" y="6350926"/>
            <a:ext cx="450273" cy="365125"/>
          </a:xfrm>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408854943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TEXT+DIAGRAM">
    <p:spTree>
      <p:nvGrpSpPr>
        <p:cNvPr id="1" name=""/>
        <p:cNvGrpSpPr/>
        <p:nvPr/>
      </p:nvGrpSpPr>
      <p:grpSpPr>
        <a:xfrm>
          <a:off x="0" y="0"/>
          <a:ext cx="0" cy="0"/>
          <a:chOff x="0" y="0"/>
          <a:chExt cx="0" cy="0"/>
        </a:xfrm>
      </p:grpSpPr>
      <p:pic>
        <p:nvPicPr>
          <p:cNvPr id="9" name="Immagine 8">
            <a:extLst>
              <a:ext uri="{FF2B5EF4-FFF2-40B4-BE49-F238E27FC236}">
                <a16:creationId xmlns:a16="http://schemas.microsoft.com/office/drawing/2014/main" id="{31B5499C-402E-A548-BF27-626C892884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olo 1">
            <a:extLst>
              <a:ext uri="{FF2B5EF4-FFF2-40B4-BE49-F238E27FC236}">
                <a16:creationId xmlns:a16="http://schemas.microsoft.com/office/drawing/2014/main" id="{F1024DB7-73CE-6E41-A58C-9A0D2F7C0002}"/>
              </a:ext>
            </a:extLst>
          </p:cNvPr>
          <p:cNvSpPr>
            <a:spLocks noGrp="1"/>
          </p:cNvSpPr>
          <p:nvPr>
            <p:ph type="title" hasCustomPrompt="1"/>
          </p:nvPr>
        </p:nvSpPr>
        <p:spPr>
          <a:xfrm>
            <a:off x="1710021" y="800787"/>
            <a:ext cx="8706972" cy="653372"/>
          </a:xfrm>
          <a:prstGeom prst="rect">
            <a:avLst/>
          </a:prstGeom>
        </p:spPr>
        <p:txBody>
          <a:bodyPr/>
          <a:lstStyle>
            <a:lvl1pPr>
              <a:lnSpc>
                <a:spcPts val="3660"/>
              </a:lnSpc>
              <a:defRPr sz="2800">
                <a:solidFill>
                  <a:schemeClr val="accent1"/>
                </a:solidFill>
              </a:defRPr>
            </a:lvl1pPr>
          </a:lstStyle>
          <a:p>
            <a:r>
              <a:rPr lang="it-IT" dirty="0"/>
              <a:t>TITLE</a:t>
            </a:r>
          </a:p>
        </p:txBody>
      </p:sp>
      <p:sp>
        <p:nvSpPr>
          <p:cNvPr id="13" name="Segnaposto testo 10">
            <a:extLst>
              <a:ext uri="{FF2B5EF4-FFF2-40B4-BE49-F238E27FC236}">
                <a16:creationId xmlns:a16="http://schemas.microsoft.com/office/drawing/2014/main" id="{EDEED5F4-A769-254B-BCBB-328B4DF809B8}"/>
              </a:ext>
            </a:extLst>
          </p:cNvPr>
          <p:cNvSpPr>
            <a:spLocks noGrp="1"/>
          </p:cNvSpPr>
          <p:nvPr>
            <p:ph type="body" sz="quarter" idx="11" hasCustomPrompt="1"/>
          </p:nvPr>
        </p:nvSpPr>
        <p:spPr>
          <a:xfrm>
            <a:off x="552168" y="2285907"/>
            <a:ext cx="4485997"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sp>
        <p:nvSpPr>
          <p:cNvPr id="16" name="Segnaposto grafico 15">
            <a:extLst>
              <a:ext uri="{FF2B5EF4-FFF2-40B4-BE49-F238E27FC236}">
                <a16:creationId xmlns:a16="http://schemas.microsoft.com/office/drawing/2014/main" id="{67271D05-E1E1-824E-8BF4-21B3384BF7A6}"/>
              </a:ext>
            </a:extLst>
          </p:cNvPr>
          <p:cNvSpPr>
            <a:spLocks noGrp="1"/>
          </p:cNvSpPr>
          <p:nvPr>
            <p:ph type="chart" sz="quarter" idx="12"/>
          </p:nvPr>
        </p:nvSpPr>
        <p:spPr>
          <a:xfrm>
            <a:off x="5495369" y="2286000"/>
            <a:ext cx="4921624" cy="3283441"/>
          </a:xfrm>
          <a:prstGeom prst="rect">
            <a:avLst/>
          </a:prstGeom>
        </p:spPr>
        <p:txBody>
          <a:bodyPr/>
          <a:lstStyle>
            <a:lvl1pPr>
              <a:buNone/>
              <a:defRPr sz="1600"/>
            </a:lvl1pPr>
          </a:lstStyle>
          <a:p>
            <a:r>
              <a:rPr lang="en-US" smtClean="0"/>
              <a:t>Click icon to add chart</a:t>
            </a:r>
            <a:endParaRPr lang="it-IT" dirty="0"/>
          </a:p>
        </p:txBody>
      </p:sp>
      <p:pic>
        <p:nvPicPr>
          <p:cNvPr id="14"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2" name="Slide Number Placeholder 1"/>
          <p:cNvSpPr>
            <a:spLocks noGrp="1"/>
          </p:cNvSpPr>
          <p:nvPr>
            <p:ph type="sldNum" sz="quarter" idx="13"/>
          </p:nvPr>
        </p:nvSpPr>
        <p:spPr>
          <a:xfrm>
            <a:off x="11645794" y="6350926"/>
            <a:ext cx="450273" cy="365125"/>
          </a:xfrm>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81086473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TEXT+DIAGRAM">
    <p:spTree>
      <p:nvGrpSpPr>
        <p:cNvPr id="1" name=""/>
        <p:cNvGrpSpPr/>
        <p:nvPr/>
      </p:nvGrpSpPr>
      <p:grpSpPr>
        <a:xfrm>
          <a:off x="0" y="0"/>
          <a:ext cx="0" cy="0"/>
          <a:chOff x="0" y="0"/>
          <a:chExt cx="0" cy="0"/>
        </a:xfrm>
      </p:grpSpPr>
      <p:pic>
        <p:nvPicPr>
          <p:cNvPr id="9" name="Immagine 8">
            <a:extLst>
              <a:ext uri="{FF2B5EF4-FFF2-40B4-BE49-F238E27FC236}">
                <a16:creationId xmlns:a16="http://schemas.microsoft.com/office/drawing/2014/main" id="{31B5499C-402E-A548-BF27-626C892884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Segnaposto testo 10">
            <a:extLst>
              <a:ext uri="{FF2B5EF4-FFF2-40B4-BE49-F238E27FC236}">
                <a16:creationId xmlns:a16="http://schemas.microsoft.com/office/drawing/2014/main" id="{EDEED5F4-A769-254B-BCBB-328B4DF809B8}"/>
              </a:ext>
            </a:extLst>
          </p:cNvPr>
          <p:cNvSpPr>
            <a:spLocks noGrp="1"/>
          </p:cNvSpPr>
          <p:nvPr>
            <p:ph type="body" sz="quarter" idx="11" hasCustomPrompt="1"/>
          </p:nvPr>
        </p:nvSpPr>
        <p:spPr>
          <a:xfrm>
            <a:off x="552168" y="2285907"/>
            <a:ext cx="4485997"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pic>
        <p:nvPicPr>
          <p:cNvPr id="3" name="Immagine 2">
            <a:extLst>
              <a:ext uri="{FF2B5EF4-FFF2-40B4-BE49-F238E27FC236}">
                <a16:creationId xmlns:a16="http://schemas.microsoft.com/office/drawing/2014/main" id="{D1DA6E6A-C541-224B-8D7A-11A8EF990EB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4362" y="2271485"/>
            <a:ext cx="4988442" cy="3323772"/>
          </a:xfrm>
          <a:prstGeom prst="rect">
            <a:avLst/>
          </a:prstGeom>
        </p:spPr>
      </p:pic>
      <p:sp>
        <p:nvSpPr>
          <p:cNvPr id="16" name="Segnaposto grafico 15">
            <a:extLst>
              <a:ext uri="{FF2B5EF4-FFF2-40B4-BE49-F238E27FC236}">
                <a16:creationId xmlns:a16="http://schemas.microsoft.com/office/drawing/2014/main" id="{67271D05-E1E1-824E-8BF4-21B3384BF7A6}"/>
              </a:ext>
            </a:extLst>
          </p:cNvPr>
          <p:cNvSpPr>
            <a:spLocks noGrp="1"/>
          </p:cNvSpPr>
          <p:nvPr>
            <p:ph type="chart" sz="quarter" idx="12"/>
          </p:nvPr>
        </p:nvSpPr>
        <p:spPr>
          <a:xfrm>
            <a:off x="5705826" y="2641600"/>
            <a:ext cx="4577546" cy="2782698"/>
          </a:xfrm>
          <a:prstGeom prst="rect">
            <a:avLst/>
          </a:prstGeom>
        </p:spPr>
        <p:txBody>
          <a:bodyPr/>
          <a:lstStyle>
            <a:lvl1pPr>
              <a:buNone/>
              <a:defRPr sz="1600"/>
            </a:lvl1pPr>
          </a:lstStyle>
          <a:p>
            <a:r>
              <a:rPr lang="en-US" smtClean="0"/>
              <a:t>Click icon to add chart</a:t>
            </a:r>
            <a:endParaRPr lang="it-IT" dirty="0"/>
          </a:p>
        </p:txBody>
      </p:sp>
      <p:pic>
        <p:nvPicPr>
          <p:cNvPr id="14"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15" name="Titolo 1">
            <a:extLst>
              <a:ext uri="{FF2B5EF4-FFF2-40B4-BE49-F238E27FC236}">
                <a16:creationId xmlns:a16="http://schemas.microsoft.com/office/drawing/2014/main" id="{F1024DB7-73CE-6E41-A58C-9A0D2F7C0002}"/>
              </a:ext>
            </a:extLst>
          </p:cNvPr>
          <p:cNvSpPr>
            <a:spLocks noGrp="1"/>
          </p:cNvSpPr>
          <p:nvPr>
            <p:ph type="title" hasCustomPrompt="1"/>
          </p:nvPr>
        </p:nvSpPr>
        <p:spPr>
          <a:xfrm>
            <a:off x="1710021" y="800787"/>
            <a:ext cx="8706972" cy="653372"/>
          </a:xfrm>
          <a:prstGeom prst="rect">
            <a:avLst/>
          </a:prstGeom>
        </p:spPr>
        <p:txBody>
          <a:bodyPr/>
          <a:lstStyle>
            <a:lvl1pPr>
              <a:lnSpc>
                <a:spcPts val="3660"/>
              </a:lnSpc>
              <a:defRPr sz="2800">
                <a:solidFill>
                  <a:schemeClr val="accent1"/>
                </a:solidFill>
              </a:defRPr>
            </a:lvl1pPr>
          </a:lstStyle>
          <a:p>
            <a:r>
              <a:rPr lang="it-IT" dirty="0"/>
              <a:t>TITLE</a:t>
            </a:r>
          </a:p>
        </p:txBody>
      </p:sp>
      <p:sp>
        <p:nvSpPr>
          <p:cNvPr id="2" name="Slide Number Placeholder 1"/>
          <p:cNvSpPr>
            <a:spLocks noGrp="1"/>
          </p:cNvSpPr>
          <p:nvPr>
            <p:ph type="sldNum" sz="quarter" idx="13"/>
          </p:nvPr>
        </p:nvSpPr>
        <p:spPr>
          <a:xfrm>
            <a:off x="11645794" y="6350926"/>
            <a:ext cx="450273" cy="365125"/>
          </a:xfrm>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42032605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EXT+DIAGRAM">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DD60A484-C716-9A4A-8880-2139D4C50DB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11" name="Segnaposto testo 10">
            <a:extLst>
              <a:ext uri="{FF2B5EF4-FFF2-40B4-BE49-F238E27FC236}">
                <a16:creationId xmlns:a16="http://schemas.microsoft.com/office/drawing/2014/main" id="{F61AF024-B5D4-C04D-B62F-21350398F574}"/>
              </a:ext>
            </a:extLst>
          </p:cNvPr>
          <p:cNvSpPr>
            <a:spLocks noGrp="1"/>
          </p:cNvSpPr>
          <p:nvPr>
            <p:ph type="body" sz="quarter" idx="11" hasCustomPrompt="1"/>
          </p:nvPr>
        </p:nvSpPr>
        <p:spPr>
          <a:xfrm>
            <a:off x="552168" y="2285907"/>
            <a:ext cx="4485997"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sp>
        <p:nvSpPr>
          <p:cNvPr id="12" name="Segnaposto grafico 15">
            <a:extLst>
              <a:ext uri="{FF2B5EF4-FFF2-40B4-BE49-F238E27FC236}">
                <a16:creationId xmlns:a16="http://schemas.microsoft.com/office/drawing/2014/main" id="{AB1CB400-B81D-BE49-A4DB-1B2F4B6CC120}"/>
              </a:ext>
            </a:extLst>
          </p:cNvPr>
          <p:cNvSpPr>
            <a:spLocks noGrp="1"/>
          </p:cNvSpPr>
          <p:nvPr>
            <p:ph type="chart" sz="quarter" idx="12"/>
          </p:nvPr>
        </p:nvSpPr>
        <p:spPr>
          <a:xfrm>
            <a:off x="5495369" y="2286000"/>
            <a:ext cx="4921624" cy="3283441"/>
          </a:xfrm>
          <a:prstGeom prst="rect">
            <a:avLst/>
          </a:prstGeom>
        </p:spPr>
        <p:txBody>
          <a:bodyPr/>
          <a:lstStyle>
            <a:lvl1pPr>
              <a:buNone/>
              <a:defRPr sz="1600"/>
            </a:lvl1pPr>
          </a:lstStyle>
          <a:p>
            <a:r>
              <a:rPr lang="en-US" smtClean="0"/>
              <a:t>Click icon to add chart</a:t>
            </a:r>
            <a:endParaRPr lang="it-IT" dirty="0"/>
          </a:p>
        </p:txBody>
      </p:sp>
      <p:sp>
        <p:nvSpPr>
          <p:cNvPr id="13" name="Titolo 1">
            <a:extLst>
              <a:ext uri="{FF2B5EF4-FFF2-40B4-BE49-F238E27FC236}">
                <a16:creationId xmlns:a16="http://schemas.microsoft.com/office/drawing/2014/main" id="{F1024DB7-73CE-6E41-A58C-9A0D2F7C0002}"/>
              </a:ext>
            </a:extLst>
          </p:cNvPr>
          <p:cNvSpPr>
            <a:spLocks noGrp="1"/>
          </p:cNvSpPr>
          <p:nvPr>
            <p:ph type="title" hasCustomPrompt="1"/>
          </p:nvPr>
        </p:nvSpPr>
        <p:spPr>
          <a:xfrm>
            <a:off x="1710021" y="800787"/>
            <a:ext cx="8706972" cy="653372"/>
          </a:xfrm>
          <a:prstGeom prst="rect">
            <a:avLst/>
          </a:prstGeom>
        </p:spPr>
        <p:txBody>
          <a:bodyPr/>
          <a:lstStyle>
            <a:lvl1pPr>
              <a:lnSpc>
                <a:spcPts val="3660"/>
              </a:lnSpc>
              <a:defRPr sz="2800">
                <a:solidFill>
                  <a:schemeClr val="accent1"/>
                </a:solidFill>
              </a:defRPr>
            </a:lvl1pPr>
          </a:lstStyle>
          <a:p>
            <a:r>
              <a:rPr lang="it-IT" dirty="0"/>
              <a:t>TITLE</a:t>
            </a:r>
          </a:p>
        </p:txBody>
      </p:sp>
      <p:sp>
        <p:nvSpPr>
          <p:cNvPr id="2" name="Slide Number Placeholder 1"/>
          <p:cNvSpPr>
            <a:spLocks noGrp="1"/>
          </p:cNvSpPr>
          <p:nvPr>
            <p:ph type="sldNum" sz="quarter" idx="13"/>
          </p:nvPr>
        </p:nvSpPr>
        <p:spPr>
          <a:xfrm>
            <a:off x="11645795" y="6350926"/>
            <a:ext cx="450273" cy="365125"/>
          </a:xfrm>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108410819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EXT+DIAGRAM">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DD60A484-C716-9A4A-8880-2139D4C50DB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egnaposto testo 10">
            <a:extLst>
              <a:ext uri="{FF2B5EF4-FFF2-40B4-BE49-F238E27FC236}">
                <a16:creationId xmlns:a16="http://schemas.microsoft.com/office/drawing/2014/main" id="{7CD40E37-9321-8D41-8D7F-3EE854BE9ECE}"/>
              </a:ext>
            </a:extLst>
          </p:cNvPr>
          <p:cNvSpPr>
            <a:spLocks noGrp="1"/>
          </p:cNvSpPr>
          <p:nvPr>
            <p:ph type="body" sz="quarter" idx="11" hasCustomPrompt="1"/>
          </p:nvPr>
        </p:nvSpPr>
        <p:spPr>
          <a:xfrm>
            <a:off x="552168" y="2285907"/>
            <a:ext cx="4485997"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pic>
        <p:nvPicPr>
          <p:cNvPr id="7" name="Immagine 6">
            <a:extLst>
              <a:ext uri="{FF2B5EF4-FFF2-40B4-BE49-F238E27FC236}">
                <a16:creationId xmlns:a16="http://schemas.microsoft.com/office/drawing/2014/main" id="{3E4F5C3B-FC83-F346-9A0D-4BE3FF25AC4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4362" y="2271485"/>
            <a:ext cx="4988442" cy="3323772"/>
          </a:xfrm>
          <a:prstGeom prst="rect">
            <a:avLst/>
          </a:prstGeom>
        </p:spPr>
      </p:pic>
      <p:sp>
        <p:nvSpPr>
          <p:cNvPr id="10" name="Segnaposto grafico 15">
            <a:extLst>
              <a:ext uri="{FF2B5EF4-FFF2-40B4-BE49-F238E27FC236}">
                <a16:creationId xmlns:a16="http://schemas.microsoft.com/office/drawing/2014/main" id="{9316CDA9-185E-D44F-A8DE-1B4B946FDE88}"/>
              </a:ext>
            </a:extLst>
          </p:cNvPr>
          <p:cNvSpPr>
            <a:spLocks noGrp="1"/>
          </p:cNvSpPr>
          <p:nvPr>
            <p:ph type="chart" sz="quarter" idx="12"/>
          </p:nvPr>
        </p:nvSpPr>
        <p:spPr>
          <a:xfrm>
            <a:off x="5705826" y="2641600"/>
            <a:ext cx="4577546" cy="2782698"/>
          </a:xfrm>
          <a:prstGeom prst="rect">
            <a:avLst/>
          </a:prstGeom>
        </p:spPr>
        <p:txBody>
          <a:bodyPr/>
          <a:lstStyle>
            <a:lvl1pPr>
              <a:buNone/>
              <a:defRPr sz="1600"/>
            </a:lvl1pPr>
          </a:lstStyle>
          <a:p>
            <a:r>
              <a:rPr lang="en-US" smtClean="0"/>
              <a:t>Click icon to add chart</a:t>
            </a:r>
            <a:endParaRPr lang="it-IT" dirty="0"/>
          </a:p>
        </p:txBody>
      </p:sp>
      <p:pic>
        <p:nvPicPr>
          <p:cNvPr id="13"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2" name="Slide Number Placeholder 1"/>
          <p:cNvSpPr>
            <a:spLocks noGrp="1"/>
          </p:cNvSpPr>
          <p:nvPr>
            <p:ph type="sldNum" sz="quarter" idx="13"/>
          </p:nvPr>
        </p:nvSpPr>
        <p:spPr>
          <a:xfrm>
            <a:off x="11645795" y="6350926"/>
            <a:ext cx="450273" cy="365125"/>
          </a:xfrm>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396374067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ITLE+TEXT">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72E48ACF-F9D0-D940-B3D5-2BAA3D08A55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1" name="Segnaposto testo 10">
            <a:extLst>
              <a:ext uri="{FF2B5EF4-FFF2-40B4-BE49-F238E27FC236}">
                <a16:creationId xmlns:a16="http://schemas.microsoft.com/office/drawing/2014/main" id="{B761C943-2271-2C40-9337-163BE4604C5A}"/>
              </a:ext>
            </a:extLst>
          </p:cNvPr>
          <p:cNvSpPr>
            <a:spLocks noGrp="1"/>
          </p:cNvSpPr>
          <p:nvPr>
            <p:ph type="body" sz="quarter" idx="11" hasCustomPrompt="1"/>
          </p:nvPr>
        </p:nvSpPr>
        <p:spPr>
          <a:xfrm>
            <a:off x="552168" y="2285907"/>
            <a:ext cx="7498136" cy="3290140"/>
          </a:xfrm>
          <a:prstGeom prst="rect">
            <a:avLst/>
          </a:prstGeom>
        </p:spPr>
        <p:txBody>
          <a:bodyPr/>
          <a:lstStyle>
            <a:lvl1pPr marL="0" indent="0">
              <a:lnSpc>
                <a:spcPts val="2120"/>
              </a:lnSpc>
              <a:spcBef>
                <a:spcPts val="0"/>
              </a:spcBef>
              <a:buNone/>
              <a:defRPr sz="1400"/>
            </a:lvl1pPr>
            <a:lvl2pPr>
              <a:buNone/>
              <a:defRPr/>
            </a:lvl2pPr>
            <a:lvl3pPr>
              <a:buNone/>
              <a:defRPr/>
            </a:lvl3pPr>
            <a:lvl4pPr>
              <a:buNone/>
              <a:defRPr/>
            </a:lvl4pPr>
            <a:lvl5pPr>
              <a:buNone/>
              <a:defRPr/>
            </a:lvl5pPr>
          </a:lstStyle>
          <a:p>
            <a:pPr lvl="0"/>
            <a:r>
              <a:rPr lang="it-IT" dirty="0"/>
              <a:t>Text</a:t>
            </a:r>
          </a:p>
        </p:txBody>
      </p:sp>
      <p:sp>
        <p:nvSpPr>
          <p:cNvPr id="9" name="Ellipse 8"/>
          <p:cNvSpPr/>
          <p:nvPr userDrawn="1"/>
        </p:nvSpPr>
        <p:spPr>
          <a:xfrm>
            <a:off x="11167872" y="6053328"/>
            <a:ext cx="710028" cy="7100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8" name="Immagine 8">
            <a:extLst>
              <a:ext uri="{FF2B5EF4-FFF2-40B4-BE49-F238E27FC236}">
                <a16:creationId xmlns:a16="http://schemas.microsoft.com/office/drawing/2014/main" id="{F8CB0FE6-2403-3940-844B-CC3E76F18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0920" y="357726"/>
            <a:ext cx="1088696" cy="917082"/>
          </a:xfrm>
          <a:prstGeom prst="rect">
            <a:avLst/>
          </a:prstGeom>
        </p:spPr>
      </p:pic>
      <p:sp>
        <p:nvSpPr>
          <p:cNvPr id="10" name="Titolo 1">
            <a:extLst>
              <a:ext uri="{FF2B5EF4-FFF2-40B4-BE49-F238E27FC236}">
                <a16:creationId xmlns:a16="http://schemas.microsoft.com/office/drawing/2014/main" id="{F1024DB7-73CE-6E41-A58C-9A0D2F7C0002}"/>
              </a:ext>
            </a:extLst>
          </p:cNvPr>
          <p:cNvSpPr>
            <a:spLocks noGrp="1"/>
          </p:cNvSpPr>
          <p:nvPr>
            <p:ph type="title" hasCustomPrompt="1"/>
          </p:nvPr>
        </p:nvSpPr>
        <p:spPr>
          <a:xfrm>
            <a:off x="1710021" y="800787"/>
            <a:ext cx="8706972" cy="653372"/>
          </a:xfrm>
          <a:prstGeom prst="rect">
            <a:avLst/>
          </a:prstGeom>
        </p:spPr>
        <p:txBody>
          <a:bodyPr/>
          <a:lstStyle>
            <a:lvl1pPr>
              <a:lnSpc>
                <a:spcPts val="3660"/>
              </a:lnSpc>
              <a:defRPr sz="2800">
                <a:solidFill>
                  <a:schemeClr val="accent1"/>
                </a:solidFill>
              </a:defRPr>
            </a:lvl1pPr>
          </a:lstStyle>
          <a:p>
            <a:r>
              <a:rPr lang="it-IT" dirty="0"/>
              <a:t>TITLE</a:t>
            </a:r>
          </a:p>
        </p:txBody>
      </p:sp>
      <p:sp>
        <p:nvSpPr>
          <p:cNvPr id="2" name="Slide Number Placeholder 1"/>
          <p:cNvSpPr>
            <a:spLocks noGrp="1"/>
          </p:cNvSpPr>
          <p:nvPr>
            <p:ph type="sldNum" sz="quarter" idx="12"/>
          </p:nvPr>
        </p:nvSpPr>
        <p:spPr/>
        <p:txBody>
          <a:body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139281657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2" pos="39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CKCOVER">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51FA2CDC-3021-364B-B0A5-C1538431A79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7" name="Immagine 6">
            <a:extLst>
              <a:ext uri="{FF2B5EF4-FFF2-40B4-BE49-F238E27FC236}">
                <a16:creationId xmlns:a16="http://schemas.microsoft.com/office/drawing/2014/main" id="{95ED1D8F-A803-8947-A32A-36A299C9345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88373" y="441981"/>
            <a:ext cx="2019299" cy="1698046"/>
          </a:xfrm>
          <a:prstGeom prst="rect">
            <a:avLst/>
          </a:prstGeom>
        </p:spPr>
      </p:pic>
      <p:sp>
        <p:nvSpPr>
          <p:cNvPr id="5" name="CasellaDiTesto 4">
            <a:extLst>
              <a:ext uri="{FF2B5EF4-FFF2-40B4-BE49-F238E27FC236}">
                <a16:creationId xmlns:a16="http://schemas.microsoft.com/office/drawing/2014/main" id="{1562B524-603D-304F-A108-1B723D3506C7}"/>
              </a:ext>
            </a:extLst>
          </p:cNvPr>
          <p:cNvSpPr txBox="1"/>
          <p:nvPr userDrawn="1"/>
        </p:nvSpPr>
        <p:spPr>
          <a:xfrm>
            <a:off x="9663954" y="4948518"/>
            <a:ext cx="106150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a:solidFill>
                  <a:schemeClr val="accent1"/>
                </a:solidFill>
                <a:effectLst/>
                <a:latin typeface="Verdana" panose="020B0604030504040204" pitchFamily="34" charset="0"/>
                <a:ea typeface="Verdana" panose="020B0604030504040204" pitchFamily="34" charset="0"/>
                <a:cs typeface="Verdana" panose="020B0604030504040204" pitchFamily="34" charset="0"/>
              </a:rPr>
              <a:t>@</a:t>
            </a:r>
            <a:r>
              <a:rPr lang="it-IT" sz="1200" kern="1200" smtClean="0">
                <a:solidFill>
                  <a:schemeClr val="accent1"/>
                </a:solidFill>
                <a:effectLst/>
                <a:latin typeface="Verdana" panose="020B0604030504040204" pitchFamily="34" charset="0"/>
                <a:ea typeface="Verdana" panose="020B0604030504040204" pitchFamily="34" charset="0"/>
                <a:cs typeface="Verdana" panose="020B0604030504040204" pitchFamily="34" charset="0"/>
              </a:rPr>
              <a:t>EU_EDPS</a:t>
            </a:r>
            <a:endParaRPr lang="it-IT" sz="1200" kern="12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p:txBody>
      </p:sp>
      <p:sp>
        <p:nvSpPr>
          <p:cNvPr id="20" name="CasellaDiTesto 19">
            <a:extLst>
              <a:ext uri="{FF2B5EF4-FFF2-40B4-BE49-F238E27FC236}">
                <a16:creationId xmlns:a16="http://schemas.microsoft.com/office/drawing/2014/main" id="{1B54FB67-F98B-9747-BBD8-C0129E95F46C}"/>
              </a:ext>
            </a:extLst>
          </p:cNvPr>
          <p:cNvSpPr txBox="1"/>
          <p:nvPr userDrawn="1"/>
        </p:nvSpPr>
        <p:spPr>
          <a:xfrm>
            <a:off x="9663954" y="5454770"/>
            <a:ext cx="1845377" cy="477054"/>
          </a:xfrm>
          <a:prstGeom prst="rect">
            <a:avLst/>
          </a:prstGeom>
          <a:noFill/>
        </p:spPr>
        <p:txBody>
          <a:bodyPr wrap="none" rtlCol="0">
            <a:spAutoFit/>
          </a:bodyPr>
          <a:lstStyle/>
          <a:p>
            <a:pPr marL="0" marR="0" lvl="0" indent="0" algn="l" defTabSz="914400" rtl="0" eaLnBrk="1" fontAlgn="auto" latinLnBrk="0" hangingPunct="1">
              <a:lnSpc>
                <a:spcPts val="1540"/>
              </a:lnSpc>
              <a:spcBef>
                <a:spcPts val="0"/>
              </a:spcBef>
              <a:spcAft>
                <a:spcPts val="0"/>
              </a:spcAft>
              <a:buClrTx/>
              <a:buSzTx/>
              <a:buFontTx/>
              <a:buNone/>
              <a:tabLst/>
              <a:defRPr/>
            </a:pPr>
            <a:r>
              <a:rPr lang="en-GB" sz="1200" kern="1200" noProof="0" dirty="0" smtClean="0">
                <a:solidFill>
                  <a:schemeClr val="accent1"/>
                </a:solidFill>
                <a:effectLst/>
                <a:latin typeface="Verdana" panose="020B0604030504040204" pitchFamily="34" charset="0"/>
                <a:ea typeface="Verdana" panose="020B0604030504040204" pitchFamily="34" charset="0"/>
                <a:cs typeface="Verdana" panose="020B0604030504040204" pitchFamily="34" charset="0"/>
              </a:rPr>
              <a:t>European</a:t>
            </a:r>
            <a:r>
              <a:rPr lang="it-IT" sz="1200" kern="1200" dirty="0" smtClean="0">
                <a:solidFill>
                  <a:schemeClr val="accent1"/>
                </a:solidFill>
                <a:effectLst/>
                <a:latin typeface="Verdana" panose="020B0604030504040204" pitchFamily="34" charset="0"/>
                <a:ea typeface="Verdana" panose="020B0604030504040204" pitchFamily="34" charset="0"/>
                <a:cs typeface="Verdana" panose="020B0604030504040204" pitchFamily="34" charset="0"/>
              </a:rPr>
              <a:t> </a:t>
            </a:r>
            <a:r>
              <a:rPr lang="it-IT" sz="1200" kern="1200" dirty="0">
                <a:solidFill>
                  <a:schemeClr val="accent1"/>
                </a:solidFill>
                <a:effectLst/>
                <a:latin typeface="Verdana" panose="020B0604030504040204" pitchFamily="34" charset="0"/>
                <a:ea typeface="Verdana" panose="020B0604030504040204" pitchFamily="34" charset="0"/>
                <a:cs typeface="Verdana" panose="020B0604030504040204" pitchFamily="34" charset="0"/>
              </a:rPr>
              <a:t>Data </a:t>
            </a:r>
          </a:p>
          <a:p>
            <a:pPr marL="0" marR="0" lvl="0" indent="0" algn="l" defTabSz="914400" rtl="0" eaLnBrk="1" fontAlgn="auto" latinLnBrk="0" hangingPunct="1">
              <a:lnSpc>
                <a:spcPts val="1540"/>
              </a:lnSpc>
              <a:spcBef>
                <a:spcPts val="0"/>
              </a:spcBef>
              <a:spcAft>
                <a:spcPts val="0"/>
              </a:spcAft>
              <a:buClrTx/>
              <a:buSzTx/>
              <a:buFontTx/>
              <a:buNone/>
              <a:tabLst/>
              <a:defRPr/>
            </a:pPr>
            <a:r>
              <a:rPr lang="it-IT" sz="1200" kern="1200" dirty="0">
                <a:solidFill>
                  <a:schemeClr val="accent1"/>
                </a:solidFill>
                <a:effectLst/>
                <a:latin typeface="Verdana" panose="020B0604030504040204" pitchFamily="34" charset="0"/>
                <a:ea typeface="Verdana" panose="020B0604030504040204" pitchFamily="34" charset="0"/>
                <a:cs typeface="Verdana" panose="020B0604030504040204" pitchFamily="34" charset="0"/>
              </a:rPr>
              <a:t>Protection </a:t>
            </a:r>
            <a:r>
              <a:rPr lang="it-IT" sz="1200" kern="1200" dirty="0" smtClean="0">
                <a:solidFill>
                  <a:schemeClr val="accent1"/>
                </a:solidFill>
                <a:effectLst/>
                <a:latin typeface="Verdana" panose="020B0604030504040204" pitchFamily="34" charset="0"/>
                <a:ea typeface="Verdana" panose="020B0604030504040204" pitchFamily="34" charset="0"/>
                <a:cs typeface="Verdana" panose="020B0604030504040204" pitchFamily="34" charset="0"/>
              </a:rPr>
              <a:t>Supervisor</a:t>
            </a:r>
            <a:endParaRPr lang="it-IT" sz="1200" kern="12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p:txBody>
      </p:sp>
      <p:sp>
        <p:nvSpPr>
          <p:cNvPr id="21" name="CasellaDiTesto 20">
            <a:extLst>
              <a:ext uri="{FF2B5EF4-FFF2-40B4-BE49-F238E27FC236}">
                <a16:creationId xmlns:a16="http://schemas.microsoft.com/office/drawing/2014/main" id="{F2B73A1A-D7F9-D04C-B4EC-06893D011DD3}"/>
              </a:ext>
            </a:extLst>
          </p:cNvPr>
          <p:cNvSpPr txBox="1"/>
          <p:nvPr userDrawn="1"/>
        </p:nvSpPr>
        <p:spPr>
          <a:xfrm>
            <a:off x="9663954" y="6101970"/>
            <a:ext cx="59984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accent1"/>
                </a:solidFill>
                <a:effectLst/>
                <a:latin typeface="Verdana" panose="020B0604030504040204" pitchFamily="34" charset="0"/>
                <a:ea typeface="Verdana" panose="020B0604030504040204" pitchFamily="34" charset="0"/>
                <a:cs typeface="Verdana" panose="020B0604030504040204" pitchFamily="34" charset="0"/>
              </a:rPr>
              <a:t>EDPS</a:t>
            </a:r>
          </a:p>
        </p:txBody>
      </p:sp>
      <p:sp>
        <p:nvSpPr>
          <p:cNvPr id="22" name="CasellaDiTesto 21">
            <a:extLst>
              <a:ext uri="{FF2B5EF4-FFF2-40B4-BE49-F238E27FC236}">
                <a16:creationId xmlns:a16="http://schemas.microsoft.com/office/drawing/2014/main" id="{842FB81D-2E23-D347-8226-D6BB2C7B0997}"/>
              </a:ext>
            </a:extLst>
          </p:cNvPr>
          <p:cNvSpPr txBox="1"/>
          <p:nvPr userDrawn="1"/>
        </p:nvSpPr>
        <p:spPr>
          <a:xfrm>
            <a:off x="4588805" y="3686037"/>
            <a:ext cx="2839047" cy="528350"/>
          </a:xfrm>
          <a:prstGeom prst="rect">
            <a:avLst/>
          </a:prstGeom>
          <a:noFill/>
        </p:spPr>
        <p:txBody>
          <a:bodyPr wrap="none" rtlCol="0">
            <a:spAutoFit/>
          </a:bodyPr>
          <a:lstStyle/>
          <a:p>
            <a:pPr>
              <a:lnSpc>
                <a:spcPts val="1700"/>
              </a:lnSpc>
            </a:pPr>
            <a:r>
              <a:rPr lang="it-IT" sz="1500" dirty="0">
                <a:solidFill>
                  <a:srgbClr val="304F99"/>
                </a:solidFill>
                <a:effectLst/>
                <a:latin typeface="Verdana" panose="020B0604030504040204" pitchFamily="34" charset="0"/>
              </a:rPr>
              <a:t>The </a:t>
            </a:r>
            <a:r>
              <a:rPr lang="en-GB" sz="1500" noProof="0" dirty="0" smtClean="0">
                <a:solidFill>
                  <a:srgbClr val="304F99"/>
                </a:solidFill>
                <a:effectLst/>
                <a:latin typeface="Verdana" panose="020B0604030504040204" pitchFamily="34" charset="0"/>
              </a:rPr>
              <a:t>EU’s independent data </a:t>
            </a:r>
          </a:p>
          <a:p>
            <a:pPr>
              <a:lnSpc>
                <a:spcPts val="1700"/>
              </a:lnSpc>
            </a:pPr>
            <a:r>
              <a:rPr lang="en-GB" sz="1500" noProof="0" dirty="0" smtClean="0">
                <a:solidFill>
                  <a:srgbClr val="304F99"/>
                </a:solidFill>
                <a:effectLst/>
                <a:latin typeface="Verdana" panose="020B0604030504040204" pitchFamily="34" charset="0"/>
              </a:rPr>
              <a:t>protection </a:t>
            </a:r>
            <a:r>
              <a:rPr lang="en-GB" sz="1500" noProof="0" dirty="0" err="1" smtClean="0">
                <a:solidFill>
                  <a:srgbClr val="304F99"/>
                </a:solidFill>
                <a:effectLst/>
                <a:latin typeface="Verdana" panose="020B0604030504040204" pitchFamily="34" charset="0"/>
              </a:rPr>
              <a:t>auth</a:t>
            </a:r>
            <a:r>
              <a:rPr lang="en-GB" sz="1500" dirty="0" err="1" smtClean="0">
                <a:solidFill>
                  <a:srgbClr val="304F99"/>
                </a:solidFill>
                <a:effectLst/>
                <a:latin typeface="Verdana" panose="020B0604030504040204" pitchFamily="34" charset="0"/>
              </a:rPr>
              <a:t>ority</a:t>
            </a:r>
            <a:endParaRPr lang="en-GB" sz="1500" dirty="0">
              <a:solidFill>
                <a:srgbClr val="304F99"/>
              </a:solidFill>
              <a:effectLst/>
              <a:latin typeface="Verdana" panose="020B0604030504040204" pitchFamily="34" charset="0"/>
            </a:endParaRPr>
          </a:p>
        </p:txBody>
      </p:sp>
      <p:sp>
        <p:nvSpPr>
          <p:cNvPr id="24" name="CasellaDiTesto 23">
            <a:extLst>
              <a:ext uri="{FF2B5EF4-FFF2-40B4-BE49-F238E27FC236}">
                <a16:creationId xmlns:a16="http://schemas.microsoft.com/office/drawing/2014/main" id="{C247070E-DD19-E14F-8E6E-71559B0750EA}"/>
              </a:ext>
            </a:extLst>
          </p:cNvPr>
          <p:cNvSpPr txBox="1"/>
          <p:nvPr userDrawn="1"/>
        </p:nvSpPr>
        <p:spPr>
          <a:xfrm>
            <a:off x="4580965" y="2277037"/>
            <a:ext cx="2266967" cy="1374735"/>
          </a:xfrm>
          <a:prstGeom prst="rect">
            <a:avLst/>
          </a:prstGeom>
          <a:noFill/>
        </p:spPr>
        <p:txBody>
          <a:bodyPr wrap="none" rtlCol="0">
            <a:spAutoFit/>
          </a:bodyPr>
          <a:lstStyle/>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EUROPEAN</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DATA </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PROTECTION</a:t>
            </a:r>
          </a:p>
          <a:p>
            <a:pPr lvl="0">
              <a:lnSpc>
                <a:spcPts val="2440"/>
              </a:lnSpc>
            </a:pPr>
            <a:r>
              <a:rPr lang="it-IT" sz="2200" b="1" dirty="0">
                <a:solidFill>
                  <a:schemeClr val="accent1"/>
                </a:solidFill>
                <a:latin typeface="Verdana" panose="020B0604030504040204" pitchFamily="34" charset="0"/>
                <a:ea typeface="Verdana" panose="020B0604030504040204" pitchFamily="34" charset="0"/>
                <a:cs typeface="Verdana" panose="020B0604030504040204" pitchFamily="34" charset="0"/>
              </a:rPr>
              <a:t>SUPERVISOR</a:t>
            </a:r>
          </a:p>
        </p:txBody>
      </p:sp>
    </p:spTree>
    <p:extLst>
      <p:ext uri="{BB962C8B-B14F-4D97-AF65-F5344CB8AC3E}">
        <p14:creationId xmlns:p14="http://schemas.microsoft.com/office/powerpoint/2010/main" val="332837229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a:xfrm>
            <a:off x="11287990" y="6231658"/>
            <a:ext cx="450273" cy="365125"/>
          </a:xfrm>
          <a:prstGeom prst="rect">
            <a:avLst/>
          </a:prstGeom>
        </p:spPr>
        <p:txBody>
          <a:bodyPr vert="horz" lIns="91440" tIns="45720" rIns="91440" bIns="45720" rtlCol="0" anchor="ctr"/>
          <a:lstStyle>
            <a:lvl1pPr algn="ctr">
              <a:defRPr sz="1600" b="1">
                <a:solidFill>
                  <a:srgbClr val="4472C4"/>
                </a:solidFill>
              </a:defRPr>
            </a:lvl1pPr>
          </a:lstStyle>
          <a:p>
            <a:fld id="{F631AA85-691D-466F-8F38-20C9C80A4796}" type="slidenum">
              <a:rPr lang="en-GB" smtClean="0"/>
              <a:pPr/>
              <a:t>‹#›</a:t>
            </a:fld>
            <a:endParaRPr lang="en-GB" dirty="0"/>
          </a:p>
        </p:txBody>
      </p:sp>
    </p:spTree>
    <p:extLst>
      <p:ext uri="{BB962C8B-B14F-4D97-AF65-F5344CB8AC3E}">
        <p14:creationId xmlns:p14="http://schemas.microsoft.com/office/powerpoint/2010/main" val="1663415714"/>
      </p:ext>
    </p:extLst>
  </p:cSld>
  <p:clrMap bg1="dk1" tx1="lt1" bg2="dk2" tx2="lt2" accent1="accent1" accent2="accent2" accent3="accent3" accent4="accent4" accent5="accent5" accent6="accent6" hlink="hlink" folHlink="folHlink"/>
  <p:sldLayoutIdLst>
    <p:sldLayoutId id="2147483672" r:id="rId1"/>
    <p:sldLayoutId id="214748368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63" r:id="rId12"/>
    <p:sldLayoutId id="2147483671" r:id="rId13"/>
  </p:sldLayoutIdLst>
  <p:timing>
    <p:tnLst>
      <p:par>
        <p:cTn id="1" dur="indefinite" restart="never" nodeType="tmRoot"/>
      </p:par>
    </p:tnLst>
  </p:timing>
  <p:hf hd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mailto:konstantina.vemou@edps.europa.eu" TargetMode="Externa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4950312" y="4235824"/>
            <a:ext cx="5841402" cy="1026459"/>
          </a:xfrm>
        </p:spPr>
        <p:txBody>
          <a:bodyPr/>
          <a:lstStyle/>
          <a:p>
            <a:pPr algn="ctr"/>
            <a:r>
              <a:rPr lang="en-US" sz="4400" spc="600" dirty="0" smtClean="0">
                <a:ea typeface="Batang" panose="02030600000101010101" pitchFamily="18" charset="-127"/>
              </a:rPr>
              <a:t>PATRICIA II</a:t>
            </a:r>
            <a:endParaRPr lang="en-US" sz="4400" spc="600" dirty="0">
              <a:ea typeface="Batang" panose="02030600000101010101" pitchFamily="18" charset="-127"/>
            </a:endParaRPr>
          </a:p>
        </p:txBody>
      </p:sp>
      <p:sp>
        <p:nvSpPr>
          <p:cNvPr id="4" name="TextBox 3"/>
          <p:cNvSpPr txBox="1"/>
          <p:nvPr/>
        </p:nvSpPr>
        <p:spPr>
          <a:xfrm>
            <a:off x="190948" y="2740456"/>
            <a:ext cx="4313816" cy="2554545"/>
          </a:xfrm>
          <a:prstGeom prst="rect">
            <a:avLst/>
          </a:prstGeom>
          <a:noFill/>
        </p:spPr>
        <p:txBody>
          <a:bodyPr wrap="square" rtlCol="0">
            <a:spAutoFit/>
          </a:bodyPr>
          <a:lstStyle/>
          <a:p>
            <a:pPr algn="ctr"/>
            <a:endParaRPr lang="en-GB" sz="2000" b="1" spc="600" dirty="0" smtClean="0">
              <a:ea typeface="Batang" panose="02030600000101010101" pitchFamily="18" charset="-127"/>
            </a:endParaRPr>
          </a:p>
          <a:p>
            <a:pPr algn="ctr"/>
            <a:r>
              <a:rPr lang="en-GB" sz="2000" b="1" spc="600" dirty="0" smtClean="0">
                <a:ea typeface="Batang" panose="02030600000101010101" pitchFamily="18" charset="-127"/>
              </a:rPr>
              <a:t>P</a:t>
            </a:r>
            <a:r>
              <a:rPr lang="en-GB" sz="2000" spc="600" dirty="0" smtClean="0">
                <a:ea typeface="Batang" panose="02030600000101010101" pitchFamily="18" charset="-127"/>
              </a:rPr>
              <a:t>ersonal </a:t>
            </a:r>
            <a:r>
              <a:rPr lang="en-GB" sz="2000" spc="600" dirty="0" err="1" smtClean="0">
                <a:ea typeface="Batang" panose="02030600000101010101" pitchFamily="18" charset="-127"/>
              </a:rPr>
              <a:t>d</a:t>
            </a:r>
            <a:r>
              <a:rPr lang="en-GB" sz="2000" b="1" spc="600" dirty="0" err="1" smtClean="0">
                <a:ea typeface="Batang" panose="02030600000101010101" pitchFamily="18" charset="-127"/>
              </a:rPr>
              <a:t>AT</a:t>
            </a:r>
            <a:r>
              <a:rPr lang="en-GB" sz="2000" spc="600" dirty="0" err="1" smtClean="0">
                <a:ea typeface="Batang" panose="02030600000101010101" pitchFamily="18" charset="-127"/>
              </a:rPr>
              <a:t>a</a:t>
            </a:r>
            <a:r>
              <a:rPr lang="en-GB" sz="2000" spc="600" dirty="0" smtClean="0">
                <a:ea typeface="Batang" panose="02030600000101010101" pitchFamily="18" charset="-127"/>
              </a:rPr>
              <a:t> </a:t>
            </a:r>
            <a:r>
              <a:rPr lang="en-GB" sz="2000" spc="600" dirty="0" err="1" smtClean="0">
                <a:ea typeface="Batang" panose="02030600000101010101" pitchFamily="18" charset="-127"/>
              </a:rPr>
              <a:t>b</a:t>
            </a:r>
            <a:r>
              <a:rPr lang="en-GB" sz="2000" b="1" spc="600" dirty="0" err="1" smtClean="0">
                <a:ea typeface="Batang" panose="02030600000101010101" pitchFamily="18" charset="-127"/>
              </a:rPr>
              <a:t>R</a:t>
            </a:r>
            <a:r>
              <a:rPr lang="en-GB" sz="2000" spc="600" dirty="0" err="1" smtClean="0">
                <a:ea typeface="Batang" panose="02030600000101010101" pitchFamily="18" charset="-127"/>
              </a:rPr>
              <a:t>each</a:t>
            </a:r>
            <a:r>
              <a:rPr lang="en-GB" sz="2000" spc="600" dirty="0" smtClean="0">
                <a:ea typeface="Batang" panose="02030600000101010101" pitchFamily="18" charset="-127"/>
              </a:rPr>
              <a:t> </a:t>
            </a:r>
            <a:r>
              <a:rPr lang="en-GB" sz="2000" spc="600" dirty="0">
                <a:ea typeface="Batang" panose="02030600000101010101" pitchFamily="18" charset="-127"/>
              </a:rPr>
              <a:t>awareness </a:t>
            </a:r>
            <a:r>
              <a:rPr lang="en-GB" sz="2000" b="1" spc="600" dirty="0">
                <a:ea typeface="Batang" panose="02030600000101010101" pitchFamily="18" charset="-127"/>
              </a:rPr>
              <a:t>I</a:t>
            </a:r>
            <a:r>
              <a:rPr lang="en-GB" sz="2000" spc="600" dirty="0">
                <a:ea typeface="Batang" panose="02030600000101010101" pitchFamily="18" charset="-127"/>
              </a:rPr>
              <a:t>n </a:t>
            </a:r>
            <a:r>
              <a:rPr lang="en-GB" sz="2000" b="1" spc="600" dirty="0" smtClean="0">
                <a:ea typeface="Batang" panose="02030600000101010101" pitchFamily="18" charset="-127"/>
              </a:rPr>
              <a:t>C</a:t>
            </a:r>
            <a:r>
              <a:rPr lang="en-GB" sz="2000" spc="600" dirty="0" smtClean="0">
                <a:ea typeface="Batang" panose="02030600000101010101" pitchFamily="18" charset="-127"/>
              </a:rPr>
              <a:t>ybersecurity </a:t>
            </a:r>
            <a:r>
              <a:rPr lang="en-GB" sz="2000" b="1" spc="600" dirty="0" smtClean="0">
                <a:ea typeface="Batang" panose="02030600000101010101" pitchFamily="18" charset="-127"/>
              </a:rPr>
              <a:t>I</a:t>
            </a:r>
            <a:r>
              <a:rPr lang="en-GB" sz="2000" spc="600" dirty="0" smtClean="0">
                <a:ea typeface="Batang" panose="02030600000101010101" pitchFamily="18" charset="-127"/>
              </a:rPr>
              <a:t>ncident </a:t>
            </a:r>
            <a:r>
              <a:rPr lang="en-GB" sz="2000" spc="600" dirty="0" err="1" smtClean="0">
                <a:ea typeface="Batang" panose="02030600000101010101" pitchFamily="18" charset="-127"/>
              </a:rPr>
              <a:t>h</a:t>
            </a:r>
            <a:r>
              <a:rPr lang="en-GB" sz="2000" b="1" spc="600" dirty="0" err="1" smtClean="0">
                <a:ea typeface="Batang" panose="02030600000101010101" pitchFamily="18" charset="-127"/>
              </a:rPr>
              <a:t>A</a:t>
            </a:r>
            <a:r>
              <a:rPr lang="en-GB" sz="2000" spc="600" dirty="0" err="1" smtClean="0">
                <a:ea typeface="Batang" panose="02030600000101010101" pitchFamily="18" charset="-127"/>
              </a:rPr>
              <a:t>ndling</a:t>
            </a:r>
            <a:endParaRPr lang="en-GB" sz="2000" spc="600" dirty="0" smtClean="0">
              <a:ea typeface="Batang" panose="02030600000101010101" pitchFamily="18" charset="-127"/>
            </a:endParaRPr>
          </a:p>
          <a:p>
            <a:pPr algn="ctr"/>
            <a:endParaRPr lang="en-GB" sz="2000" spc="600" dirty="0">
              <a:ea typeface="Batang" panose="02030600000101010101" pitchFamily="18" charset="-127"/>
            </a:endParaRPr>
          </a:p>
          <a:p>
            <a:pPr algn="ctr"/>
            <a:r>
              <a:rPr lang="en-US" sz="2000" dirty="0" smtClean="0"/>
              <a:t>2</a:t>
            </a:r>
            <a:r>
              <a:rPr lang="en-US" sz="2000" baseline="30000" dirty="0" smtClean="0"/>
              <a:t>nd</a:t>
            </a:r>
            <a:r>
              <a:rPr lang="en-US" sz="2000" dirty="0" smtClean="0"/>
              <a:t> edition, </a:t>
            </a:r>
            <a:r>
              <a:rPr lang="en-US" sz="2000" dirty="0"/>
              <a:t>5 June 2025</a:t>
            </a:r>
          </a:p>
          <a:p>
            <a:pPr algn="ctr"/>
            <a:endParaRPr lang="en-GB" sz="2000" spc="600" dirty="0">
              <a:ea typeface="Batang" panose="02030600000101010101" pitchFamily="18" charset="-127"/>
            </a:endParaRPr>
          </a:p>
        </p:txBody>
      </p:sp>
      <p:sp>
        <p:nvSpPr>
          <p:cNvPr id="5" name="TextBox 4"/>
          <p:cNvSpPr txBox="1"/>
          <p:nvPr/>
        </p:nvSpPr>
        <p:spPr>
          <a:xfrm>
            <a:off x="7046259" y="5983321"/>
            <a:ext cx="4948517" cy="646331"/>
          </a:xfrm>
          <a:prstGeom prst="rect">
            <a:avLst/>
          </a:prstGeom>
          <a:noFill/>
        </p:spPr>
        <p:txBody>
          <a:bodyPr wrap="square" rtlCol="0">
            <a:spAutoFit/>
          </a:bodyPr>
          <a:lstStyle/>
          <a:p>
            <a:r>
              <a:rPr lang="it-IT" dirty="0" smtClean="0"/>
              <a:t>Systems </a:t>
            </a:r>
            <a:r>
              <a:rPr lang="it-IT" dirty="0" err="1" smtClean="0"/>
              <a:t>Oversight</a:t>
            </a:r>
            <a:r>
              <a:rPr lang="it-IT" dirty="0" smtClean="0"/>
              <a:t> and Technology Audits Sector, </a:t>
            </a:r>
            <a:r>
              <a:rPr lang="it-IT" dirty="0" smtClean="0">
                <a:solidFill>
                  <a:srgbClr val="254A9A"/>
                </a:solidFill>
              </a:rPr>
              <a:t>Technology</a:t>
            </a:r>
            <a:r>
              <a:rPr lang="it-IT" dirty="0" smtClean="0"/>
              <a:t> and Privacy Unit</a:t>
            </a:r>
            <a:endParaRPr lang="en-GB" dirty="0"/>
          </a:p>
        </p:txBody>
      </p:sp>
      <p:pic>
        <p:nvPicPr>
          <p:cNvPr id="6" name="Picture 5">
            <a:extLst>
              <a:ext uri="{FF2B5EF4-FFF2-40B4-BE49-F238E27FC236}">
                <a16:creationId xmlns:a16="http://schemas.microsoft.com/office/drawing/2014/main" id="{0C553AD8-465F-4515-A1C4-8431A6A01F47}"/>
              </a:ext>
            </a:extLst>
          </p:cNvPr>
          <p:cNvPicPr>
            <a:picLocks noChangeAspect="1"/>
          </p:cNvPicPr>
          <p:nvPr/>
        </p:nvPicPr>
        <p:blipFill>
          <a:blip r:embed="rId2">
            <a:clrChange>
              <a:clrFrom>
                <a:srgbClr val="000000">
                  <a:alpha val="0"/>
                </a:srgbClr>
              </a:clrFrom>
              <a:clrTo>
                <a:srgbClr val="000000">
                  <a:alpha val="0"/>
                </a:srgbClr>
              </a:clrTo>
            </a:clrChange>
            <a:lum bright="70000" contrast="-70000"/>
            <a:extLst>
              <a:ext uri="{28A0092B-C50C-407E-A947-70E740481C1C}">
                <a14:useLocalDpi xmlns:a14="http://schemas.microsoft.com/office/drawing/2010/main" val="0"/>
              </a:ext>
            </a:extLst>
          </a:blip>
          <a:stretch>
            <a:fillRect/>
          </a:stretch>
        </p:blipFill>
        <p:spPr>
          <a:xfrm rot="16200000">
            <a:off x="4504764" y="4398926"/>
            <a:ext cx="916122" cy="916122"/>
          </a:xfrm>
          <a:prstGeom prst="rect">
            <a:avLst/>
          </a:prstGeom>
          <a:noFill/>
          <a:ln>
            <a:noFill/>
          </a:ln>
        </p:spPr>
      </p:pic>
    </p:spTree>
    <p:extLst>
      <p:ext uri="{BB962C8B-B14F-4D97-AF65-F5344CB8AC3E}">
        <p14:creationId xmlns:p14="http://schemas.microsoft.com/office/powerpoint/2010/main" val="24913549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0C4DA2"/>
                </a:solidFill>
              </a:rPr>
              <a:t>Exercise Instructions</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a:t>
            </a:fld>
            <a:endParaRPr lang="en-GB" dirty="0"/>
          </a:p>
        </p:txBody>
      </p:sp>
      <p:pic>
        <p:nvPicPr>
          <p:cNvPr id="5" name="Picture 4">
            <a:extLst>
              <a:ext uri="{FF2B5EF4-FFF2-40B4-BE49-F238E27FC236}">
                <a16:creationId xmlns:a16="http://schemas.microsoft.com/office/drawing/2014/main" id="{8B042E22-7633-4F69-A8E6-C49B1FB1EE86}"/>
              </a:ext>
            </a:extLst>
          </p:cNvPr>
          <p:cNvPicPr>
            <a:picLocks noChangeAspect="1"/>
          </p:cNvPicPr>
          <p:nvPr/>
        </p:nvPicPr>
        <p:blipFill>
          <a:blip r:embed="rId2"/>
          <a:stretch>
            <a:fillRect/>
          </a:stretch>
        </p:blipFill>
        <p:spPr>
          <a:xfrm>
            <a:off x="1885630" y="1695913"/>
            <a:ext cx="2267067" cy="2254366"/>
          </a:xfrm>
          <a:prstGeom prst="rect">
            <a:avLst/>
          </a:prstGeom>
        </p:spPr>
      </p:pic>
      <p:sp>
        <p:nvSpPr>
          <p:cNvPr id="8" name="Content Placeholder 2">
            <a:extLst>
              <a:ext uri="{FF2B5EF4-FFF2-40B4-BE49-F238E27FC236}">
                <a16:creationId xmlns:a16="http://schemas.microsoft.com/office/drawing/2014/main" id="{FD76A6C5-5B50-463B-BC5E-62C486A01537}"/>
              </a:ext>
            </a:extLst>
          </p:cNvPr>
          <p:cNvSpPr txBox="1">
            <a:spLocks/>
          </p:cNvSpPr>
          <p:nvPr/>
        </p:nvSpPr>
        <p:spPr>
          <a:xfrm>
            <a:off x="614082" y="4192033"/>
            <a:ext cx="10515600" cy="18863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0C4DA2"/>
              </a:buClr>
              <a:buSzTx/>
              <a:buFont typeface="Arial" panose="020B0604020202020204" pitchFamily="34" charset="0"/>
              <a:buChar char="•"/>
              <a:tabLst/>
              <a:defRPr/>
            </a:pPr>
            <a:r>
              <a:rPr kumimoji="0" lang="en-US" sz="2800" b="0" i="0" u="none" strike="noStrike" kern="1200" cap="none" spc="0" normalizeH="0" baseline="0" noProof="0" dirty="0" smtClean="0">
                <a:ln>
                  <a:noFill/>
                </a:ln>
                <a:solidFill>
                  <a:schemeClr val="bg1"/>
                </a:solidFill>
                <a:effectLst/>
                <a:uLnTx/>
                <a:uFillTx/>
                <a:latin typeface="Calibri" panose="020F0502020204030204"/>
                <a:ea typeface="+mn-ea"/>
                <a:cs typeface="+mn-cs"/>
              </a:rPr>
              <a:t>Do not record the session.</a:t>
            </a:r>
          </a:p>
          <a:p>
            <a:pPr marL="228600" marR="0" lvl="0" indent="-228600" algn="l" defTabSz="914400" rtl="0" eaLnBrk="1" fontAlgn="auto" latinLnBrk="0" hangingPunct="1">
              <a:lnSpc>
                <a:spcPct val="90000"/>
              </a:lnSpc>
              <a:spcBef>
                <a:spcPts val="1000"/>
              </a:spcBef>
              <a:spcAft>
                <a:spcPts val="0"/>
              </a:spcAft>
              <a:buClr>
                <a:srgbClr val="0C4DA2"/>
              </a:buClr>
              <a:buSzTx/>
              <a:buFont typeface="Arial" panose="020B0604020202020204" pitchFamily="34" charset="0"/>
              <a:buChar char="•"/>
              <a:tabLst/>
              <a:defRPr/>
            </a:pPr>
            <a:r>
              <a:rPr kumimoji="0" lang="en-US" sz="2800" b="0" i="0" u="none" strike="noStrike" kern="1200" cap="none" spc="0" normalizeH="0" baseline="0" noProof="0" dirty="0" smtClean="0">
                <a:ln>
                  <a:noFill/>
                </a:ln>
                <a:solidFill>
                  <a:schemeClr val="bg1"/>
                </a:solidFill>
                <a:effectLst/>
                <a:uLnTx/>
                <a:uFillTx/>
                <a:latin typeface="Calibri" panose="020F0502020204030204"/>
                <a:ea typeface="+mn-ea"/>
                <a:cs typeface="+mn-cs"/>
              </a:rPr>
              <a:t>Avoid taking pictures or videos during the exercise.</a:t>
            </a:r>
          </a:p>
          <a:p>
            <a:pPr marL="228600" marR="0" lvl="0" indent="-228600" algn="l" defTabSz="914400" rtl="0" eaLnBrk="1" fontAlgn="auto" latinLnBrk="0" hangingPunct="1">
              <a:lnSpc>
                <a:spcPct val="90000"/>
              </a:lnSpc>
              <a:spcBef>
                <a:spcPts val="1000"/>
              </a:spcBef>
              <a:spcAft>
                <a:spcPts val="0"/>
              </a:spcAft>
              <a:buClr>
                <a:srgbClr val="0C4DA2"/>
              </a:buClr>
              <a:buSzTx/>
              <a:buFont typeface="Arial" panose="020B0604020202020204" pitchFamily="34" charset="0"/>
              <a:buChar char="•"/>
              <a:tabLst/>
              <a:defRPr/>
            </a:pPr>
            <a:r>
              <a:rPr kumimoji="0" lang="en-US" sz="2800" b="0" i="0" u="none" strike="noStrike" kern="1200" cap="none" spc="0" normalizeH="0" baseline="0" noProof="0" dirty="0" smtClean="0">
                <a:ln>
                  <a:noFill/>
                </a:ln>
                <a:solidFill>
                  <a:schemeClr val="bg1"/>
                </a:solidFill>
                <a:effectLst/>
                <a:uLnTx/>
                <a:uFillTx/>
                <a:latin typeface="Calibri" panose="020F0502020204030204"/>
                <a:ea typeface="+mn-ea"/>
                <a:cs typeface="+mn-cs"/>
              </a:rPr>
              <a:t>Do not post the exercise content on internet or social media.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715" y="1775447"/>
            <a:ext cx="2095297" cy="2095297"/>
          </a:xfrm>
          <a:prstGeom prst="rect">
            <a:avLst/>
          </a:prstGeom>
        </p:spPr>
      </p:pic>
    </p:spTree>
    <p:extLst>
      <p:ext uri="{BB962C8B-B14F-4D97-AF65-F5344CB8AC3E}">
        <p14:creationId xmlns:p14="http://schemas.microsoft.com/office/powerpoint/2010/main" val="8295426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Agenda</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3</a:t>
            </a:fld>
            <a:endParaRPr lang="en-GB" dirty="0"/>
          </a:p>
        </p:txBody>
      </p:sp>
      <p:sp>
        <p:nvSpPr>
          <p:cNvPr id="8" name="Content Placeholder 2">
            <a:extLst>
              <a:ext uri="{FF2B5EF4-FFF2-40B4-BE49-F238E27FC236}">
                <a16:creationId xmlns:a16="http://schemas.microsoft.com/office/drawing/2014/main" id="{FD76A6C5-5B50-463B-BC5E-62C486A01537}"/>
              </a:ext>
            </a:extLst>
          </p:cNvPr>
          <p:cNvSpPr txBox="1">
            <a:spLocks/>
          </p:cNvSpPr>
          <p:nvPr/>
        </p:nvSpPr>
        <p:spPr>
          <a:xfrm>
            <a:off x="981589" y="1690041"/>
            <a:ext cx="10515600" cy="4772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None/>
            </a:pPr>
            <a:r>
              <a:rPr lang="en-GB" sz="1800" dirty="0"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09:30 </a:t>
            </a:r>
            <a:r>
              <a:rPr lang="en-GB" sz="1800" dirty="0">
                <a:solidFill>
                  <a:srgbClr val="1F497D"/>
                </a:solidFill>
                <a:latin typeface="Calibri" panose="020F0502020204030204" pitchFamily="34" charset="0"/>
                <a:ea typeface="Calibri" panose="020F0502020204030204" pitchFamily="34" charset="0"/>
                <a:cs typeface="Times New Roman" panose="02020603050405020304" pitchFamily="18" charset="0"/>
              </a:rPr>
              <a:t>- 10:00 – Welcome &amp; Scope Objectives </a:t>
            </a:r>
          </a:p>
          <a:p>
            <a:pPr marL="0" lvl="0" indent="0">
              <a:lnSpc>
                <a:spcPct val="100000"/>
              </a:lnSpc>
              <a:buNone/>
            </a:pPr>
            <a:r>
              <a:rPr lang="en-GB" sz="1800" dirty="0">
                <a:solidFill>
                  <a:srgbClr val="1F497D"/>
                </a:solidFill>
                <a:latin typeface="Calibri" panose="020F0502020204030204" pitchFamily="34" charset="0"/>
                <a:ea typeface="Calibri" panose="020F0502020204030204" pitchFamily="34" charset="0"/>
                <a:cs typeface="Times New Roman" panose="02020603050405020304" pitchFamily="18" charset="0"/>
              </a:rPr>
              <a:t>10:00 - 10:30 - Incident 1 (30 min)</a:t>
            </a:r>
          </a:p>
          <a:p>
            <a:pPr marL="0" lvl="0" indent="0">
              <a:lnSpc>
                <a:spcPct val="100000"/>
              </a:lnSpc>
              <a:buNone/>
            </a:pPr>
            <a:r>
              <a:rPr lang="en-GB" sz="1800"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rPr>
              <a:t>10:30-  10:50  - Coffee Break</a:t>
            </a:r>
          </a:p>
          <a:p>
            <a:pPr marL="0" lvl="0" indent="0">
              <a:lnSpc>
                <a:spcPct val="100000"/>
              </a:lnSpc>
              <a:buNone/>
            </a:pPr>
            <a:r>
              <a:rPr lang="en-GB" sz="1800" dirty="0">
                <a:solidFill>
                  <a:srgbClr val="1F497D"/>
                </a:solidFill>
                <a:latin typeface="Calibri" panose="020F0502020204030204" pitchFamily="34" charset="0"/>
                <a:ea typeface="Calibri" panose="020F0502020204030204" pitchFamily="34" charset="0"/>
                <a:cs typeface="Times New Roman" panose="02020603050405020304" pitchFamily="18" charset="0"/>
              </a:rPr>
              <a:t>10:50 - 12:00 - Incident 2 (70 min)</a:t>
            </a:r>
          </a:p>
          <a:p>
            <a:pPr marL="0" lvl="0" indent="0">
              <a:lnSpc>
                <a:spcPct val="100000"/>
              </a:lnSpc>
              <a:buNone/>
            </a:pPr>
            <a:r>
              <a:rPr lang="en-GB" sz="1800" dirty="0">
                <a:solidFill>
                  <a:srgbClr val="1F497D"/>
                </a:solidFill>
                <a:latin typeface="Calibri" panose="020F0502020204030204" pitchFamily="34" charset="0"/>
                <a:ea typeface="Calibri" panose="020F0502020204030204" pitchFamily="34" charset="0"/>
                <a:cs typeface="Times New Roman" panose="02020603050405020304" pitchFamily="18" charset="0"/>
              </a:rPr>
              <a:t>12:00 - 13:00 - Incident 3 (60 min)</a:t>
            </a:r>
          </a:p>
          <a:p>
            <a:pPr marL="0" lvl="0" indent="0">
              <a:lnSpc>
                <a:spcPct val="100000"/>
              </a:lnSpc>
              <a:buNone/>
            </a:pPr>
            <a:r>
              <a:rPr lang="en-GB" sz="1800"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rPr>
              <a:t>13:00 - 14:00 - Light Lunch</a:t>
            </a:r>
          </a:p>
          <a:p>
            <a:pPr marL="0" lvl="0" indent="0">
              <a:lnSpc>
                <a:spcPct val="100000"/>
              </a:lnSpc>
              <a:buNone/>
            </a:pPr>
            <a:r>
              <a:rPr lang="en-GB" sz="1800"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rPr>
              <a:t>14:00 - 14:15 - Family Picture</a:t>
            </a:r>
          </a:p>
          <a:p>
            <a:pPr marL="0" lvl="0" indent="0">
              <a:lnSpc>
                <a:spcPct val="100000"/>
              </a:lnSpc>
              <a:buNone/>
            </a:pPr>
            <a:r>
              <a:rPr lang="en-GB" sz="1800" dirty="0">
                <a:solidFill>
                  <a:srgbClr val="1F497D"/>
                </a:solidFill>
                <a:latin typeface="Calibri" panose="020F0502020204030204" pitchFamily="34" charset="0"/>
                <a:ea typeface="Calibri" panose="020F0502020204030204" pitchFamily="34" charset="0"/>
                <a:cs typeface="Times New Roman" panose="02020603050405020304" pitchFamily="18" charset="0"/>
              </a:rPr>
              <a:t>14:15 - 15:45 - Debrief - Open Discussion (90 min) </a:t>
            </a:r>
          </a:p>
          <a:p>
            <a:pPr marL="0" lvl="0" indent="0">
              <a:lnSpc>
                <a:spcPct val="100000"/>
              </a:lnSpc>
              <a:buNone/>
            </a:pPr>
            <a:r>
              <a:rPr lang="en-GB" sz="1800" dirty="0">
                <a:solidFill>
                  <a:srgbClr val="1F497D"/>
                </a:solidFill>
                <a:latin typeface="Calibri" panose="020F0502020204030204" pitchFamily="34" charset="0"/>
                <a:ea typeface="Calibri" panose="020F0502020204030204" pitchFamily="34" charset="0"/>
                <a:cs typeface="Times New Roman" panose="02020603050405020304" pitchFamily="18" charset="0"/>
              </a:rPr>
              <a:t>15:45 – 16:00 – EDPS Closing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2979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1819835" y="3673721"/>
            <a:ext cx="5602941" cy="1059643"/>
          </a:xfrm>
        </p:spPr>
        <p:txBody>
          <a:bodyPr/>
          <a:lstStyle/>
          <a:p>
            <a:pPr algn="ctr"/>
            <a:r>
              <a:rPr lang="en-GB" sz="4000" dirty="0" smtClean="0"/>
              <a:t>Scope - Objectives</a:t>
            </a:r>
            <a:endParaRPr lang="en-GB" sz="4000" dirty="0"/>
          </a:p>
        </p:txBody>
      </p:sp>
      <p:sp>
        <p:nvSpPr>
          <p:cNvPr id="3" name="Slide Number Placeholder 2"/>
          <p:cNvSpPr>
            <a:spLocks noGrp="1"/>
          </p:cNvSpPr>
          <p:nvPr>
            <p:ph type="sldNum" sz="quarter" idx="17"/>
          </p:nvPr>
        </p:nvSpPr>
        <p:spPr/>
        <p:txBody>
          <a:bodyPr/>
          <a:lstStyle/>
          <a:p>
            <a:fld id="{F631AA85-691D-466F-8F38-20C9C80A4796}" type="slidenum">
              <a:rPr lang="en-GB" smtClean="0"/>
              <a:pPr/>
              <a:t>4</a:t>
            </a:fld>
            <a:endParaRPr lang="en-GB" dirty="0"/>
          </a:p>
        </p:txBody>
      </p:sp>
    </p:spTree>
    <p:extLst>
      <p:ext uri="{BB962C8B-B14F-4D97-AF65-F5344CB8AC3E}">
        <p14:creationId xmlns:p14="http://schemas.microsoft.com/office/powerpoint/2010/main" val="25027808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PATRICIA - Objectives</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5</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19429" y="1543179"/>
            <a:ext cx="10515600" cy="4566383"/>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solidFill>
                  <a:schemeClr val="accent1"/>
                </a:solidFill>
              </a:rPr>
              <a:t>Main Goal: </a:t>
            </a:r>
          </a:p>
          <a:p>
            <a:pPr marL="0" indent="0" algn="ctr">
              <a:lnSpc>
                <a:spcPct val="120000"/>
              </a:lnSpc>
              <a:buFont typeface="Arial" panose="020B0604020202020204" pitchFamily="34" charset="0"/>
              <a:buNone/>
            </a:pPr>
            <a:r>
              <a:rPr lang="en-US" dirty="0" smtClean="0"/>
              <a:t>Raise </a:t>
            </a:r>
            <a:r>
              <a:rPr lang="en-US" b="1" dirty="0" smtClean="0"/>
              <a:t>awareness in personal data breach management </a:t>
            </a:r>
            <a:r>
              <a:rPr lang="en-US" dirty="0" smtClean="0"/>
              <a:t>to EUIBAs staff, especially IT personnel who are involved in cybersecurity incidents and would need to </a:t>
            </a:r>
            <a:r>
              <a:rPr lang="en-US" b="1" dirty="0" smtClean="0"/>
              <a:t>collaborate with other roles </a:t>
            </a:r>
            <a:r>
              <a:rPr lang="en-US" dirty="0" smtClean="0"/>
              <a:t>in the EUIBA, to </a:t>
            </a:r>
            <a:r>
              <a:rPr lang="en-US" b="1" dirty="0" smtClean="0"/>
              <a:t>effectively manage a personal data breach</a:t>
            </a:r>
            <a:r>
              <a:rPr lang="en-US" dirty="0" smtClean="0"/>
              <a:t>.</a:t>
            </a:r>
          </a:p>
          <a:p>
            <a:pPr marL="0" indent="0">
              <a:buFont typeface="Arial" panose="020B0604020202020204" pitchFamily="34" charset="0"/>
              <a:buNone/>
            </a:pPr>
            <a:endParaRPr lang="en-US" sz="1500" dirty="0" smtClean="0">
              <a:solidFill>
                <a:schemeClr val="accent1"/>
              </a:solidFill>
            </a:endParaRPr>
          </a:p>
          <a:p>
            <a:pPr marL="0" indent="0">
              <a:buFont typeface="Arial" panose="020B0604020202020204" pitchFamily="34" charset="0"/>
              <a:buNone/>
            </a:pPr>
            <a:r>
              <a:rPr lang="en-US" dirty="0" smtClean="0">
                <a:solidFill>
                  <a:schemeClr val="accent1"/>
                </a:solidFill>
              </a:rPr>
              <a:t>Objectives: </a:t>
            </a:r>
          </a:p>
          <a:p>
            <a:pPr>
              <a:lnSpc>
                <a:spcPct val="120000"/>
              </a:lnSpc>
              <a:buClr>
                <a:srgbClr val="0C4DA2"/>
              </a:buClr>
            </a:pPr>
            <a:r>
              <a:rPr lang="en-US" sz="2400" dirty="0" smtClean="0"/>
              <a:t>Identify the need to assess risks to data subjects, as a result of a cybersecurity incident.</a:t>
            </a:r>
          </a:p>
          <a:p>
            <a:pPr>
              <a:lnSpc>
                <a:spcPct val="120000"/>
              </a:lnSpc>
              <a:buClr>
                <a:srgbClr val="0C4DA2"/>
              </a:buClr>
            </a:pPr>
            <a:r>
              <a:rPr lang="en-US" sz="2400" dirty="0" smtClean="0"/>
              <a:t>Identify expected actions or allocation of responsibilities in case of a personal data breach.</a:t>
            </a:r>
          </a:p>
          <a:p>
            <a:pPr>
              <a:lnSpc>
                <a:spcPct val="120000"/>
              </a:lnSpc>
              <a:buClr>
                <a:srgbClr val="0C4DA2"/>
              </a:buClr>
            </a:pPr>
            <a:r>
              <a:rPr lang="en-US" sz="2400" dirty="0" smtClean="0"/>
              <a:t>Identify communication needs between different actors such IT teams, LISO/Local cybersecurity officer, DPO.</a:t>
            </a:r>
          </a:p>
          <a:p>
            <a:pPr>
              <a:lnSpc>
                <a:spcPct val="120000"/>
              </a:lnSpc>
              <a:buClr>
                <a:srgbClr val="0C4DA2"/>
              </a:buClr>
            </a:pPr>
            <a:r>
              <a:rPr lang="en-US" sz="2400" dirty="0" smtClean="0"/>
              <a:t>Evaluate if your internal processes on personal data breach management support you on main steps and notification outlines.</a:t>
            </a:r>
          </a:p>
          <a:p>
            <a:endParaRPr lang="en-US" dirty="0"/>
          </a:p>
        </p:txBody>
      </p:sp>
    </p:spTree>
    <p:extLst>
      <p:ext uri="{BB962C8B-B14F-4D97-AF65-F5344CB8AC3E}">
        <p14:creationId xmlns:p14="http://schemas.microsoft.com/office/powerpoint/2010/main" val="27293314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How are we going to play?</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6</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75102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r>
              <a:rPr lang="en-US" sz="2200" dirty="0" smtClean="0"/>
              <a:t>Each EUIBA team will play as a team and will discuss actions on how to handle each incident, based on their internal processes.</a:t>
            </a:r>
          </a:p>
          <a:p>
            <a:pPr>
              <a:lnSpc>
                <a:spcPct val="110000"/>
              </a:lnSpc>
              <a:buClr>
                <a:srgbClr val="0C4DA2"/>
              </a:buClr>
            </a:pPr>
            <a:r>
              <a:rPr lang="en-US" sz="2200" dirty="0" smtClean="0"/>
              <a:t>For each question, several options are available. Each team picks the more relevant in the questionnaire.</a:t>
            </a:r>
          </a:p>
          <a:p>
            <a:pPr>
              <a:lnSpc>
                <a:spcPct val="110000"/>
              </a:lnSpc>
              <a:buClr>
                <a:srgbClr val="0C4DA2"/>
              </a:buClr>
            </a:pPr>
            <a:r>
              <a:rPr lang="en-US" sz="2200" dirty="0" smtClean="0"/>
              <a:t>At the end of each incident a discussion among all the participants will take place. </a:t>
            </a:r>
          </a:p>
          <a:p>
            <a:pPr>
              <a:lnSpc>
                <a:spcPct val="110000"/>
              </a:lnSpc>
              <a:buClr>
                <a:srgbClr val="0C4DA2"/>
              </a:buClr>
            </a:pPr>
            <a:r>
              <a:rPr lang="en-US" sz="2200" dirty="0" smtClean="0"/>
              <a:t>At the end of the preparation time for each scenario, each team will provide the filled questionnaire to the organizers.</a:t>
            </a:r>
          </a:p>
          <a:p>
            <a:pPr>
              <a:lnSpc>
                <a:spcPct val="110000"/>
              </a:lnSpc>
              <a:buClr>
                <a:srgbClr val="0C4DA2"/>
              </a:buClr>
            </a:pPr>
            <a:r>
              <a:rPr lang="en-US" sz="2200" dirty="0" smtClean="0"/>
              <a:t>Each player will also be asked to fill an anonymous feedback questionnaire, evaluating the experience and the exercise. </a:t>
            </a:r>
          </a:p>
          <a:p>
            <a:endParaRPr lang="en-US" dirty="0"/>
          </a:p>
        </p:txBody>
      </p:sp>
    </p:spTree>
    <p:extLst>
      <p:ext uri="{BB962C8B-B14F-4D97-AF65-F5344CB8AC3E}">
        <p14:creationId xmlns:p14="http://schemas.microsoft.com/office/powerpoint/2010/main" val="27792403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How to make the most out of PATRICIA?</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7</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43753" y="1668741"/>
            <a:ext cx="10515600" cy="475102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Aft>
                <a:spcPts val="1200"/>
              </a:spcAft>
              <a:buClr>
                <a:srgbClr val="0C4DA2"/>
              </a:buClr>
            </a:pPr>
            <a:r>
              <a:rPr lang="en-US" sz="2400" dirty="0" smtClean="0"/>
              <a:t>Dialogue and collaboration between the players is highly encouraged.</a:t>
            </a:r>
          </a:p>
          <a:p>
            <a:pPr>
              <a:lnSpc>
                <a:spcPct val="110000"/>
              </a:lnSpc>
              <a:spcAft>
                <a:spcPts val="1200"/>
              </a:spcAft>
              <a:buClr>
                <a:srgbClr val="0C4DA2"/>
              </a:buClr>
            </a:pPr>
            <a:r>
              <a:rPr lang="en-US" sz="2400" dirty="0" smtClean="0"/>
              <a:t>There is no right or wrong answer!</a:t>
            </a:r>
          </a:p>
          <a:p>
            <a:pPr>
              <a:lnSpc>
                <a:spcPct val="110000"/>
              </a:lnSpc>
              <a:spcAft>
                <a:spcPts val="1200"/>
              </a:spcAft>
              <a:buClr>
                <a:srgbClr val="0C4DA2"/>
              </a:buClr>
            </a:pPr>
            <a:endParaRPr lang="en-US" sz="100" dirty="0" smtClean="0"/>
          </a:p>
          <a:p>
            <a:pPr marL="0" indent="0" algn="ctr">
              <a:lnSpc>
                <a:spcPct val="110000"/>
              </a:lnSpc>
              <a:spcAft>
                <a:spcPts val="1200"/>
              </a:spcAft>
              <a:buClr>
                <a:srgbClr val="0C4DA2"/>
              </a:buClr>
              <a:buFont typeface="Arial" panose="020B0604020202020204" pitchFamily="34" charset="0"/>
              <a:buNone/>
            </a:pPr>
            <a:r>
              <a:rPr lang="en-US" sz="2400" dirty="0" smtClean="0">
                <a:solidFill>
                  <a:schemeClr val="accent1"/>
                </a:solidFill>
              </a:rPr>
              <a:t>The goal is to see if you have sufficient guidance by your internal processes, to handle a personal data breach.</a:t>
            </a:r>
          </a:p>
          <a:p>
            <a:pPr marL="0" indent="0" algn="ctr">
              <a:lnSpc>
                <a:spcPct val="110000"/>
              </a:lnSpc>
              <a:spcAft>
                <a:spcPts val="1200"/>
              </a:spcAft>
              <a:buClr>
                <a:srgbClr val="0C4DA2"/>
              </a:buClr>
              <a:buFont typeface="Arial" panose="020B0604020202020204" pitchFamily="34" charset="0"/>
              <a:buNone/>
            </a:pPr>
            <a:r>
              <a:rPr lang="en-US" sz="2400" dirty="0" smtClean="0">
                <a:solidFill>
                  <a:schemeClr val="accent1"/>
                </a:solidFill>
              </a:rPr>
              <a:t>You work as a team!</a:t>
            </a:r>
          </a:p>
          <a:p>
            <a:pPr marL="0" indent="0" algn="ctr">
              <a:lnSpc>
                <a:spcPct val="110000"/>
              </a:lnSpc>
              <a:spcAft>
                <a:spcPts val="1200"/>
              </a:spcAft>
              <a:buClr>
                <a:srgbClr val="0C4DA2"/>
              </a:buClr>
              <a:buFont typeface="Arial" panose="020B0604020202020204" pitchFamily="34" charset="0"/>
              <a:buNone/>
            </a:pPr>
            <a:r>
              <a:rPr lang="en-US" sz="2400" dirty="0" smtClean="0">
                <a:solidFill>
                  <a:schemeClr val="accent1"/>
                </a:solidFill>
              </a:rPr>
              <a:t>There should be one answer per team!</a:t>
            </a:r>
          </a:p>
          <a:p>
            <a:pPr marL="0" indent="0" algn="ctr">
              <a:lnSpc>
                <a:spcPct val="110000"/>
              </a:lnSpc>
              <a:spcAft>
                <a:spcPts val="1200"/>
              </a:spcAft>
              <a:buClr>
                <a:srgbClr val="0C4DA2"/>
              </a:buClr>
              <a:buFont typeface="Arial" panose="020B0604020202020204" pitchFamily="34" charset="0"/>
              <a:buNone/>
            </a:pPr>
            <a:r>
              <a:rPr lang="en-US" sz="1900" i="1" dirty="0" smtClean="0"/>
              <a:t>Note: Each incident is taking place at a different day!</a:t>
            </a:r>
            <a:endParaRPr lang="en-US" sz="2400" i="1" dirty="0" smtClean="0"/>
          </a:p>
          <a:p>
            <a:endParaRPr lang="en-US" dirty="0"/>
          </a:p>
        </p:txBody>
      </p:sp>
    </p:spTree>
    <p:extLst>
      <p:ext uri="{BB962C8B-B14F-4D97-AF65-F5344CB8AC3E}">
        <p14:creationId xmlns:p14="http://schemas.microsoft.com/office/powerpoint/2010/main" val="41072506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1819835" y="3673721"/>
            <a:ext cx="5602941" cy="1059643"/>
          </a:xfrm>
        </p:spPr>
        <p:txBody>
          <a:bodyPr/>
          <a:lstStyle/>
          <a:p>
            <a:pPr algn="ctr"/>
            <a:r>
              <a:rPr lang="en-GB" sz="4000" dirty="0" smtClean="0"/>
              <a:t>Scenario</a:t>
            </a:r>
            <a:endParaRPr lang="en-GB" sz="4000" dirty="0"/>
          </a:p>
        </p:txBody>
      </p:sp>
      <p:sp>
        <p:nvSpPr>
          <p:cNvPr id="3" name="Slide Number Placeholder 2"/>
          <p:cNvSpPr>
            <a:spLocks noGrp="1"/>
          </p:cNvSpPr>
          <p:nvPr>
            <p:ph type="sldNum" sz="quarter" idx="17"/>
          </p:nvPr>
        </p:nvSpPr>
        <p:spPr/>
        <p:txBody>
          <a:bodyPr/>
          <a:lstStyle/>
          <a:p>
            <a:fld id="{F631AA85-691D-466F-8F38-20C9C80A4796}" type="slidenum">
              <a:rPr lang="en-GB" smtClean="0"/>
              <a:pPr/>
              <a:t>8</a:t>
            </a:fld>
            <a:endParaRPr lang="en-GB" dirty="0"/>
          </a:p>
        </p:txBody>
      </p:sp>
    </p:spTree>
    <p:extLst>
      <p:ext uri="{BB962C8B-B14F-4D97-AF65-F5344CB8AC3E}">
        <p14:creationId xmlns:p14="http://schemas.microsoft.com/office/powerpoint/2010/main" val="5108889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Scenario presentation</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9</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507143" y="1797931"/>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r>
              <a:rPr lang="en-GB" sz="2200" dirty="0"/>
              <a:t>Your EUIBA operates an </a:t>
            </a:r>
            <a:r>
              <a:rPr lang="en-GB" sz="2200" u="sng" dirty="0"/>
              <a:t>IT platform to support exchange of information, including documents, with MS</a:t>
            </a:r>
            <a:r>
              <a:rPr lang="en-GB" sz="2200" dirty="0"/>
              <a:t>, as part of experts groups and/or specific processes spanning across EU and MS level</a:t>
            </a:r>
            <a:r>
              <a:rPr lang="en-GB" sz="2200" dirty="0" smtClean="0"/>
              <a:t>.</a:t>
            </a:r>
          </a:p>
          <a:p>
            <a:pPr>
              <a:lnSpc>
                <a:spcPct val="110000"/>
              </a:lnSpc>
              <a:buClr>
                <a:srgbClr val="0C4DA2"/>
              </a:buClr>
            </a:pPr>
            <a:endParaRPr lang="en-GB" sz="2200" dirty="0"/>
          </a:p>
          <a:p>
            <a:pPr>
              <a:lnSpc>
                <a:spcPct val="110000"/>
              </a:lnSpc>
              <a:buClr>
                <a:srgbClr val="0C4DA2"/>
              </a:buClr>
            </a:pPr>
            <a:r>
              <a:rPr lang="en-GB" sz="2200" dirty="0"/>
              <a:t>In case of any problem or enquiry, your EUIBA </a:t>
            </a:r>
            <a:r>
              <a:rPr lang="en-GB" sz="2200" u="sng" dirty="0"/>
              <a:t>has deployed a ticketing system to provide technical support to platform users. </a:t>
            </a:r>
            <a:endParaRPr lang="en-GB" sz="2200" u="sng" dirty="0" smtClean="0"/>
          </a:p>
          <a:p>
            <a:pPr>
              <a:lnSpc>
                <a:spcPct val="110000"/>
              </a:lnSpc>
              <a:buClr>
                <a:srgbClr val="0C4DA2"/>
              </a:buClr>
            </a:pPr>
            <a:endParaRPr lang="en-GB" sz="2200" u="sng" dirty="0" smtClean="0"/>
          </a:p>
          <a:p>
            <a:pPr>
              <a:lnSpc>
                <a:spcPct val="110000"/>
              </a:lnSpc>
              <a:buClr>
                <a:srgbClr val="0C4DA2"/>
              </a:buClr>
            </a:pPr>
            <a:r>
              <a:rPr lang="en-GB" sz="2200" dirty="0" smtClean="0"/>
              <a:t>The </a:t>
            </a:r>
            <a:r>
              <a:rPr lang="en-GB" sz="2200" dirty="0"/>
              <a:t>platform counts around 500 users, both internal and external (MS experts involved in different processes and procedures).</a:t>
            </a:r>
          </a:p>
          <a:p>
            <a:pPr marL="0" indent="0">
              <a:buNone/>
            </a:pPr>
            <a:endParaRPr lang="en-US" dirty="0"/>
          </a:p>
        </p:txBody>
      </p:sp>
    </p:spTree>
    <p:extLst>
      <p:ext uri="{BB962C8B-B14F-4D97-AF65-F5344CB8AC3E}">
        <p14:creationId xmlns:p14="http://schemas.microsoft.com/office/powerpoint/2010/main" val="21440792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Network diagram</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10</a:t>
            </a:fld>
            <a:endParaRPr lang="en-GB" dirty="0"/>
          </a:p>
        </p:txBody>
      </p:sp>
      <p:pic>
        <p:nvPicPr>
          <p:cNvPr id="5" name="Content Placeholder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3016" y="1354978"/>
            <a:ext cx="3320485" cy="4351338"/>
          </a:xfrm>
          <a:prstGeom prst="rect">
            <a:avLst/>
          </a:prstGeom>
        </p:spPr>
      </p:pic>
    </p:spTree>
    <p:extLst>
      <p:ext uri="{BB962C8B-B14F-4D97-AF65-F5344CB8AC3E}">
        <p14:creationId xmlns:p14="http://schemas.microsoft.com/office/powerpoint/2010/main" val="8924695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1752600" y="2649070"/>
            <a:ext cx="5602941" cy="2926977"/>
          </a:xfrm>
        </p:spPr>
        <p:txBody>
          <a:bodyPr/>
          <a:lstStyle/>
          <a:p>
            <a:pPr algn="ctr"/>
            <a:endParaRPr lang="en-GB" sz="4000" dirty="0" smtClean="0"/>
          </a:p>
          <a:p>
            <a:pPr algn="ctr"/>
            <a:r>
              <a:rPr lang="en-GB" sz="4000" dirty="0" smtClean="0"/>
              <a:t>Incident 1</a:t>
            </a:r>
          </a:p>
          <a:p>
            <a:pPr algn="ctr"/>
            <a:endParaRPr lang="en-GB" sz="4000" dirty="0" smtClean="0"/>
          </a:p>
          <a:p>
            <a:pPr algn="ctr"/>
            <a:r>
              <a:rPr lang="en-GB" dirty="0" smtClean="0"/>
              <a:t>IT </a:t>
            </a:r>
            <a:r>
              <a:rPr lang="en-GB" dirty="0"/>
              <a:t>security team receives alerts from the SIEM</a:t>
            </a:r>
          </a:p>
          <a:p>
            <a:pPr algn="ctr"/>
            <a:endParaRPr lang="en-GB" sz="4000" dirty="0"/>
          </a:p>
        </p:txBody>
      </p:sp>
      <p:sp>
        <p:nvSpPr>
          <p:cNvPr id="3" name="Slide Number Placeholder 2"/>
          <p:cNvSpPr>
            <a:spLocks noGrp="1"/>
          </p:cNvSpPr>
          <p:nvPr>
            <p:ph type="sldNum" sz="quarter" idx="17"/>
          </p:nvPr>
        </p:nvSpPr>
        <p:spPr/>
        <p:txBody>
          <a:bodyPr/>
          <a:lstStyle/>
          <a:p>
            <a:fld id="{F631AA85-691D-466F-8F38-20C9C80A4796}" type="slidenum">
              <a:rPr lang="en-GB" smtClean="0"/>
              <a:pPr/>
              <a:t>11</a:t>
            </a:fld>
            <a:endParaRPr lang="en-GB" dirty="0"/>
          </a:p>
        </p:txBody>
      </p:sp>
    </p:spTree>
    <p:extLst>
      <p:ext uri="{BB962C8B-B14F-4D97-AF65-F5344CB8AC3E}">
        <p14:creationId xmlns:p14="http://schemas.microsoft.com/office/powerpoint/2010/main" val="20771483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Incident 1</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12</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r>
              <a:rPr lang="en-GB" sz="2200" dirty="0"/>
              <a:t>Your EUIBA IT security team has received an alert from the Security Information and Event Management (SIEM) system indicating that the antivirus (AV) protection on the IT platform has been disabled. </a:t>
            </a:r>
            <a:endParaRPr lang="en-GB" sz="2200" dirty="0" smtClean="0"/>
          </a:p>
          <a:p>
            <a:pPr>
              <a:lnSpc>
                <a:spcPct val="110000"/>
              </a:lnSpc>
              <a:buClr>
                <a:srgbClr val="0C4DA2"/>
              </a:buClr>
            </a:pPr>
            <a:endParaRPr lang="en-GB" sz="2200" dirty="0"/>
          </a:p>
          <a:p>
            <a:pPr>
              <a:lnSpc>
                <a:spcPct val="110000"/>
              </a:lnSpc>
              <a:buClr>
                <a:srgbClr val="0C4DA2"/>
              </a:buClr>
            </a:pPr>
            <a:r>
              <a:rPr lang="en-GB" sz="2200" dirty="0"/>
              <a:t>The IT security team immediately begins a detailed investigation to determine the cause and scope of the issue. </a:t>
            </a:r>
          </a:p>
          <a:p>
            <a:pPr>
              <a:lnSpc>
                <a:spcPct val="110000"/>
              </a:lnSpc>
              <a:buClr>
                <a:srgbClr val="0C4DA2"/>
              </a:buClr>
            </a:pPr>
            <a:endParaRPr lang="en-GB" sz="2200" dirty="0" smtClean="0"/>
          </a:p>
          <a:p>
            <a:pPr>
              <a:lnSpc>
                <a:spcPct val="110000"/>
              </a:lnSpc>
              <a:buClr>
                <a:srgbClr val="0C4DA2"/>
              </a:buClr>
            </a:pPr>
            <a:r>
              <a:rPr lang="en-GB" sz="2200" dirty="0" smtClean="0"/>
              <a:t>During </a:t>
            </a:r>
            <a:r>
              <a:rPr lang="en-GB" sz="2200" dirty="0"/>
              <a:t>the investigation, the team identifies multiple attempts of privilege escalation, suggesting that the threat actor has been targeting your EUIBA systems.</a:t>
            </a:r>
          </a:p>
          <a:p>
            <a:pPr marL="0" indent="0">
              <a:buNone/>
            </a:pPr>
            <a:endParaRPr lang="en-US" dirty="0"/>
          </a:p>
        </p:txBody>
      </p:sp>
      <p:sp>
        <p:nvSpPr>
          <p:cNvPr id="6" name="TextBox 5">
            <a:extLst>
              <a:ext uri="{FF2B5EF4-FFF2-40B4-BE49-F238E27FC236}">
                <a16:creationId xmlns:a16="http://schemas.microsoft.com/office/drawing/2014/main" id="{C9D245F5-FA67-48B0-B6C0-455E38E2401D}"/>
              </a:ext>
            </a:extLst>
          </p:cNvPr>
          <p:cNvSpPr txBox="1"/>
          <p:nvPr/>
        </p:nvSpPr>
        <p:spPr>
          <a:xfrm>
            <a:off x="793380" y="1431246"/>
            <a:ext cx="6097464" cy="369332"/>
          </a:xfrm>
          <a:prstGeom prst="rect">
            <a:avLst/>
          </a:prstGeom>
          <a:solidFill>
            <a:srgbClr val="0C4DA2"/>
          </a:solidFill>
        </p:spPr>
        <p:txBody>
          <a:bodyPr wrap="square">
            <a:spAutoFit/>
          </a:bodyPr>
          <a:lstStyle/>
          <a:p>
            <a:r>
              <a:rPr lang="en-US" b="1" dirty="0"/>
              <a:t>Timeline: Day 1, 12:30 UTC</a:t>
            </a:r>
          </a:p>
        </p:txBody>
      </p:sp>
    </p:spTree>
    <p:extLst>
      <p:ext uri="{BB962C8B-B14F-4D97-AF65-F5344CB8AC3E}">
        <p14:creationId xmlns:p14="http://schemas.microsoft.com/office/powerpoint/2010/main" val="647453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31AA85-691D-466F-8F38-20C9C80A4796}" type="slidenum">
              <a:rPr lang="en-GB" smtClean="0"/>
              <a:pPr/>
              <a:t>13</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2223" y="3090642"/>
            <a:ext cx="2650492" cy="2650492"/>
          </a:xfrm>
          <a:prstGeom prst="rect">
            <a:avLst/>
          </a:prstGeom>
        </p:spPr>
      </p:pic>
      <p:sp>
        <p:nvSpPr>
          <p:cNvPr id="19" name="Flowchart: Connector 18"/>
          <p:cNvSpPr/>
          <p:nvPr/>
        </p:nvSpPr>
        <p:spPr>
          <a:xfrm>
            <a:off x="8050080" y="4360571"/>
            <a:ext cx="1219200" cy="1219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p:cNvSpPr/>
          <p:nvPr/>
        </p:nvSpPr>
        <p:spPr>
          <a:xfrm>
            <a:off x="1683954" y="1682131"/>
            <a:ext cx="4138613" cy="351472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smtClean="0">
                <a:latin typeface="+mj-lt"/>
              </a:rPr>
              <a:t>Fill in questionnaire</a:t>
            </a:r>
            <a:endParaRPr lang="en-GB" sz="3600" b="1" dirty="0">
              <a:latin typeface="+mj-lt"/>
            </a:endParaRPr>
          </a:p>
        </p:txBody>
      </p:sp>
      <p:sp>
        <p:nvSpPr>
          <p:cNvPr id="23" name="TextBox 22"/>
          <p:cNvSpPr txBox="1"/>
          <p:nvPr/>
        </p:nvSpPr>
        <p:spPr>
          <a:xfrm>
            <a:off x="8259623" y="4634000"/>
            <a:ext cx="852488" cy="707886"/>
          </a:xfrm>
          <a:prstGeom prst="rect">
            <a:avLst/>
          </a:prstGeom>
          <a:noFill/>
        </p:spPr>
        <p:txBody>
          <a:bodyPr wrap="square" rtlCol="0">
            <a:spAutoFit/>
          </a:bodyPr>
          <a:lstStyle/>
          <a:p>
            <a:r>
              <a:rPr lang="en-GB" sz="4000" b="1" dirty="0"/>
              <a:t>1</a:t>
            </a:r>
            <a:r>
              <a:rPr lang="en-GB" sz="4000" b="1" dirty="0" smtClean="0"/>
              <a:t>0’</a:t>
            </a:r>
            <a:endParaRPr lang="en-GB" sz="4000" b="1" dirty="0"/>
          </a:p>
        </p:txBody>
      </p:sp>
      <p:sp>
        <p:nvSpPr>
          <p:cNvPr id="2" name="countdown">
            <a:hlinkClick r:id="" action="ppaction://macro?name=StartTimer"/>
          </p:cNvPr>
          <p:cNvSpPr/>
          <p:nvPr/>
        </p:nvSpPr>
        <p:spPr>
          <a:xfrm>
            <a:off x="6153210" y="547965"/>
            <a:ext cx="4850966" cy="21758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600" dirty="0" smtClean="0"/>
              <a:t>12:58</a:t>
            </a:r>
            <a:endParaRPr lang="en-GB" sz="16600" dirty="0"/>
          </a:p>
        </p:txBody>
      </p:sp>
    </p:spTree>
    <p:extLst>
      <p:ext uri="{BB962C8B-B14F-4D97-AF65-F5344CB8AC3E}">
        <p14:creationId xmlns:p14="http://schemas.microsoft.com/office/powerpoint/2010/main" val="12231097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Incident 1</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14</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r>
              <a:rPr lang="en-GB" sz="2200" dirty="0"/>
              <a:t>Your EUIBA IT security team has received an alert from the Security Information and Event Management (SIEM) system indicating that the antivirus (AV) protection on the IT platform has been disabled. </a:t>
            </a:r>
            <a:endParaRPr lang="en-GB" sz="2200" dirty="0" smtClean="0"/>
          </a:p>
          <a:p>
            <a:pPr>
              <a:lnSpc>
                <a:spcPct val="110000"/>
              </a:lnSpc>
              <a:buClr>
                <a:srgbClr val="0C4DA2"/>
              </a:buClr>
            </a:pPr>
            <a:endParaRPr lang="en-GB" sz="2200" dirty="0"/>
          </a:p>
          <a:p>
            <a:pPr>
              <a:lnSpc>
                <a:spcPct val="110000"/>
              </a:lnSpc>
              <a:buClr>
                <a:srgbClr val="0C4DA2"/>
              </a:buClr>
            </a:pPr>
            <a:r>
              <a:rPr lang="en-GB" sz="2200" dirty="0"/>
              <a:t>The IT security team immediately begins a detailed investigation to determine the cause and scope of the issue. </a:t>
            </a:r>
          </a:p>
          <a:p>
            <a:pPr>
              <a:lnSpc>
                <a:spcPct val="110000"/>
              </a:lnSpc>
              <a:buClr>
                <a:srgbClr val="0C4DA2"/>
              </a:buClr>
            </a:pPr>
            <a:endParaRPr lang="en-GB" sz="2200" dirty="0" smtClean="0"/>
          </a:p>
          <a:p>
            <a:pPr>
              <a:lnSpc>
                <a:spcPct val="110000"/>
              </a:lnSpc>
              <a:buClr>
                <a:srgbClr val="0C4DA2"/>
              </a:buClr>
            </a:pPr>
            <a:r>
              <a:rPr lang="en-GB" sz="2200" dirty="0" smtClean="0"/>
              <a:t>During </a:t>
            </a:r>
            <a:r>
              <a:rPr lang="en-GB" sz="2200" dirty="0"/>
              <a:t>the investigation, the team identifies multiple attempts of privilege escalation, suggesting that the threat actor has been targeting your EUIBA systems.</a:t>
            </a:r>
          </a:p>
          <a:p>
            <a:pPr marL="0" indent="0">
              <a:buNone/>
            </a:pPr>
            <a:endParaRPr lang="en-US" dirty="0"/>
          </a:p>
        </p:txBody>
      </p:sp>
      <p:sp>
        <p:nvSpPr>
          <p:cNvPr id="6" name="TextBox 5">
            <a:extLst>
              <a:ext uri="{FF2B5EF4-FFF2-40B4-BE49-F238E27FC236}">
                <a16:creationId xmlns:a16="http://schemas.microsoft.com/office/drawing/2014/main" id="{C9D245F5-FA67-48B0-B6C0-455E38E2401D}"/>
              </a:ext>
            </a:extLst>
          </p:cNvPr>
          <p:cNvSpPr txBox="1"/>
          <p:nvPr/>
        </p:nvSpPr>
        <p:spPr>
          <a:xfrm>
            <a:off x="793380" y="1431246"/>
            <a:ext cx="6097464" cy="369332"/>
          </a:xfrm>
          <a:prstGeom prst="rect">
            <a:avLst/>
          </a:prstGeom>
          <a:solidFill>
            <a:srgbClr val="0C4DA2"/>
          </a:solidFill>
        </p:spPr>
        <p:txBody>
          <a:bodyPr wrap="square">
            <a:spAutoFit/>
          </a:bodyPr>
          <a:lstStyle/>
          <a:p>
            <a:r>
              <a:rPr lang="en-US" b="1" dirty="0"/>
              <a:t>Timeline: Day 1, 12:30 UTC</a:t>
            </a:r>
          </a:p>
        </p:txBody>
      </p:sp>
    </p:spTree>
    <p:extLst>
      <p:ext uri="{BB962C8B-B14F-4D97-AF65-F5344CB8AC3E}">
        <p14:creationId xmlns:p14="http://schemas.microsoft.com/office/powerpoint/2010/main" val="39437260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1</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15</a:t>
            </a:fld>
            <a:endParaRPr lang="en-GB" dirty="0"/>
          </a:p>
        </p:txBody>
      </p:sp>
      <p:graphicFrame>
        <p:nvGraphicFramePr>
          <p:cNvPr id="9" name="Diagram 8"/>
          <p:cNvGraphicFramePr/>
          <p:nvPr>
            <p:extLst>
              <p:ext uri="{D42A27DB-BD31-4B8C-83A1-F6EECF244321}">
                <p14:modId xmlns:p14="http://schemas.microsoft.com/office/powerpoint/2010/main" val="2559541401"/>
              </p:ext>
            </p:extLst>
          </p:nvPr>
        </p:nvGraphicFramePr>
        <p:xfrm>
          <a:off x="3912253" y="1878021"/>
          <a:ext cx="7355823" cy="39336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833563"/>
            <a:ext cx="3533775" cy="3978088"/>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smtClean="0">
                <a:latin typeface="+mj-lt"/>
              </a:rPr>
              <a:t>Is there a procedure that should be initiated?</a:t>
            </a:r>
            <a:endParaRPr lang="en-GB" sz="2400" dirty="0">
              <a:latin typeface="+mj-lt"/>
            </a:endParaRPr>
          </a:p>
        </p:txBody>
      </p:sp>
    </p:spTree>
    <p:extLst>
      <p:ext uri="{BB962C8B-B14F-4D97-AF65-F5344CB8AC3E}">
        <p14:creationId xmlns:p14="http://schemas.microsoft.com/office/powerpoint/2010/main" val="33016282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2</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16</a:t>
            </a:fld>
            <a:endParaRPr lang="en-GB" dirty="0"/>
          </a:p>
        </p:txBody>
      </p:sp>
      <p:graphicFrame>
        <p:nvGraphicFramePr>
          <p:cNvPr id="9" name="Diagram 8"/>
          <p:cNvGraphicFramePr/>
          <p:nvPr>
            <p:extLst>
              <p:ext uri="{D42A27DB-BD31-4B8C-83A1-F6EECF244321}">
                <p14:modId xmlns:p14="http://schemas.microsoft.com/office/powerpoint/2010/main" val="2303213353"/>
              </p:ext>
            </p:extLst>
          </p:nvPr>
        </p:nvGraphicFramePr>
        <p:xfrm>
          <a:off x="3912253" y="1304925"/>
          <a:ext cx="7355823" cy="484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304924"/>
            <a:ext cx="3533775" cy="484346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smtClean="0">
                <a:latin typeface="+mj-lt"/>
              </a:rPr>
              <a:t>Who needs to be informed of the incident</a:t>
            </a:r>
          </a:p>
          <a:p>
            <a:pPr algn="ctr"/>
            <a:r>
              <a:rPr lang="en-GB" sz="2400" dirty="0" smtClean="0">
                <a:latin typeface="+mj-lt"/>
              </a:rPr>
              <a:t>(and by </a:t>
            </a:r>
            <a:r>
              <a:rPr lang="en-GB" sz="2400" dirty="0">
                <a:latin typeface="+mj-lt"/>
              </a:rPr>
              <a:t>w</a:t>
            </a:r>
            <a:r>
              <a:rPr lang="en-GB" sz="2400" dirty="0" smtClean="0">
                <a:latin typeface="+mj-lt"/>
              </a:rPr>
              <a:t>hom)?</a:t>
            </a:r>
            <a:endParaRPr lang="en-GB" sz="2400" dirty="0">
              <a:latin typeface="+mj-lt"/>
            </a:endParaRPr>
          </a:p>
        </p:txBody>
      </p:sp>
      <p:sp>
        <p:nvSpPr>
          <p:cNvPr id="2" name="Wave 1"/>
          <p:cNvSpPr/>
          <p:nvPr/>
        </p:nvSpPr>
        <p:spPr>
          <a:xfrm>
            <a:off x="7024689" y="559495"/>
            <a:ext cx="2400300" cy="60483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Multiple Answers</a:t>
            </a:r>
            <a:endParaRPr lang="en-GB" dirty="0"/>
          </a:p>
        </p:txBody>
      </p:sp>
    </p:spTree>
    <p:extLst>
      <p:ext uri="{BB962C8B-B14F-4D97-AF65-F5344CB8AC3E}">
        <p14:creationId xmlns:p14="http://schemas.microsoft.com/office/powerpoint/2010/main" val="2389618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3</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17</a:t>
            </a:fld>
            <a:endParaRPr lang="en-GB" dirty="0"/>
          </a:p>
        </p:txBody>
      </p:sp>
      <p:graphicFrame>
        <p:nvGraphicFramePr>
          <p:cNvPr id="9" name="Diagram 8"/>
          <p:cNvGraphicFramePr/>
          <p:nvPr>
            <p:extLst>
              <p:ext uri="{D42A27DB-BD31-4B8C-83A1-F6EECF244321}">
                <p14:modId xmlns:p14="http://schemas.microsoft.com/office/powerpoint/2010/main" val="3521422006"/>
              </p:ext>
            </p:extLst>
          </p:nvPr>
        </p:nvGraphicFramePr>
        <p:xfrm>
          <a:off x="3912253" y="1547814"/>
          <a:ext cx="7422497" cy="4557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6" y="1547814"/>
            <a:ext cx="3390900" cy="460057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What is the process that should be initiated? </a:t>
            </a:r>
            <a:endParaRPr lang="en-GB" sz="2400" dirty="0" smtClean="0">
              <a:latin typeface="+mj-lt"/>
            </a:endParaRPr>
          </a:p>
          <a:p>
            <a:pPr algn="ctr"/>
            <a:endParaRPr lang="en-GB" sz="2400" dirty="0">
              <a:latin typeface="+mj-lt"/>
            </a:endParaRPr>
          </a:p>
          <a:p>
            <a:pPr algn="ctr"/>
            <a:r>
              <a:rPr lang="en-GB" sz="2400" dirty="0">
                <a:latin typeface="+mj-lt"/>
              </a:rPr>
              <a:t>Who should initiate it?</a:t>
            </a:r>
          </a:p>
        </p:txBody>
      </p:sp>
    </p:spTree>
    <p:extLst>
      <p:ext uri="{BB962C8B-B14F-4D97-AF65-F5344CB8AC3E}">
        <p14:creationId xmlns:p14="http://schemas.microsoft.com/office/powerpoint/2010/main" val="28258031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31AA85-691D-466F-8F38-20C9C80A4796}" type="slidenum">
              <a:rPr lang="en-GB" smtClean="0"/>
              <a:pPr/>
              <a:t>18</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945" y="2114248"/>
            <a:ext cx="2650492" cy="2650492"/>
          </a:xfrm>
          <a:prstGeom prst="rect">
            <a:avLst/>
          </a:prstGeom>
        </p:spPr>
      </p:pic>
      <p:sp>
        <p:nvSpPr>
          <p:cNvPr id="19" name="Flowchart: Connector 18"/>
          <p:cNvSpPr/>
          <p:nvPr/>
        </p:nvSpPr>
        <p:spPr>
          <a:xfrm>
            <a:off x="8305802" y="3384177"/>
            <a:ext cx="1219200" cy="1219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p:cNvSpPr/>
          <p:nvPr/>
        </p:nvSpPr>
        <p:spPr>
          <a:xfrm>
            <a:off x="1683954" y="1682131"/>
            <a:ext cx="4138613" cy="351472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smtClean="0">
                <a:latin typeface="+mj-lt"/>
              </a:rPr>
              <a:t>Open Discussion</a:t>
            </a:r>
            <a:endParaRPr lang="en-GB" sz="3600" b="1" dirty="0">
              <a:latin typeface="+mj-lt"/>
            </a:endParaRPr>
          </a:p>
        </p:txBody>
      </p:sp>
      <p:sp>
        <p:nvSpPr>
          <p:cNvPr id="9" name="TextBox 8"/>
          <p:cNvSpPr txBox="1"/>
          <p:nvPr/>
        </p:nvSpPr>
        <p:spPr>
          <a:xfrm>
            <a:off x="8515345" y="3657606"/>
            <a:ext cx="852488" cy="707886"/>
          </a:xfrm>
          <a:prstGeom prst="rect">
            <a:avLst/>
          </a:prstGeom>
          <a:noFill/>
        </p:spPr>
        <p:txBody>
          <a:bodyPr wrap="square" rtlCol="0">
            <a:spAutoFit/>
          </a:bodyPr>
          <a:lstStyle/>
          <a:p>
            <a:r>
              <a:rPr lang="en-GB" sz="4000" b="1" dirty="0"/>
              <a:t>1</a:t>
            </a:r>
            <a:r>
              <a:rPr lang="en-GB" sz="4000" b="1" dirty="0" smtClean="0"/>
              <a:t>0’</a:t>
            </a:r>
            <a:endParaRPr lang="en-GB" sz="4000" b="1" dirty="0"/>
          </a:p>
        </p:txBody>
      </p:sp>
    </p:spTree>
    <p:extLst>
      <p:ext uri="{BB962C8B-B14F-4D97-AF65-F5344CB8AC3E}">
        <p14:creationId xmlns:p14="http://schemas.microsoft.com/office/powerpoint/2010/main" val="34283765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631AA85-691D-466F-8F38-20C9C80A4796}" type="slidenum">
              <a:rPr kumimoji="0" lang="en-GB" sz="1600" b="1" i="0" u="none" strike="noStrike" kern="1200" cap="none" spc="0" normalizeH="0" baseline="0" noProof="0" smtClean="0">
                <a:ln>
                  <a:noFill/>
                </a:ln>
                <a:solidFill>
                  <a:srgbClr val="4472C4"/>
                </a:solidFill>
                <a:effectLst/>
                <a:uLnTx/>
                <a:uFillTx/>
                <a:latin typeface="Libertinus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GB" sz="1600" b="1" i="0" u="none" strike="noStrike" kern="1200" cap="none" spc="0" normalizeH="0" baseline="0" noProof="0" dirty="0">
              <a:ln>
                <a:noFill/>
              </a:ln>
              <a:solidFill>
                <a:srgbClr val="4472C4"/>
              </a:solidFill>
              <a:effectLst/>
              <a:uLnTx/>
              <a:uFillTx/>
              <a:latin typeface="Libertinus Sans"/>
              <a:ea typeface="+mn-ea"/>
              <a:cs typeface="+mn-cs"/>
            </a:endParaRPr>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sp>
        <p:nvSpPr>
          <p:cNvPr id="22" name="Rounded Rectangle 21"/>
          <p:cNvSpPr/>
          <p:nvPr/>
        </p:nvSpPr>
        <p:spPr>
          <a:xfrm>
            <a:off x="1683954" y="1682132"/>
            <a:ext cx="8303009" cy="348994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smtClean="0">
                <a:ln>
                  <a:noFill/>
                </a:ln>
                <a:solidFill>
                  <a:prstClr val="white"/>
                </a:solidFill>
                <a:effectLst/>
                <a:uLnTx/>
                <a:uFillTx/>
                <a:latin typeface="Verdana"/>
                <a:ea typeface="+mn-ea"/>
                <a:cs typeface="+mn-cs"/>
              </a:rPr>
              <a:t>Coffee Break</a:t>
            </a:r>
            <a:endParaRPr kumimoji="0" lang="en-GB" sz="3600" b="1" i="0" u="none" strike="noStrike" kern="1200" cap="none" spc="0" normalizeH="0" baseline="0" noProof="0" dirty="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2274710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1752600" y="2649070"/>
            <a:ext cx="5602941" cy="2926977"/>
          </a:xfrm>
        </p:spPr>
        <p:txBody>
          <a:bodyPr/>
          <a:lstStyle/>
          <a:p>
            <a:pPr algn="ctr"/>
            <a:endParaRPr lang="en-GB" sz="4000" dirty="0" smtClean="0"/>
          </a:p>
          <a:p>
            <a:pPr algn="ctr"/>
            <a:r>
              <a:rPr lang="en-GB" sz="4000" dirty="0" smtClean="0"/>
              <a:t>Incident 2</a:t>
            </a:r>
          </a:p>
          <a:p>
            <a:pPr algn="ctr"/>
            <a:endParaRPr lang="en-GB" sz="4000" dirty="0" smtClean="0"/>
          </a:p>
          <a:p>
            <a:pPr algn="ctr"/>
            <a:r>
              <a:rPr lang="en-GB" dirty="0"/>
              <a:t>Database compromise and user information exposure</a:t>
            </a:r>
          </a:p>
          <a:p>
            <a:pPr algn="ctr"/>
            <a:endParaRPr lang="en-GB" sz="4000" dirty="0"/>
          </a:p>
        </p:txBody>
      </p:sp>
      <p:sp>
        <p:nvSpPr>
          <p:cNvPr id="3" name="Slide Number Placeholder 2"/>
          <p:cNvSpPr>
            <a:spLocks noGrp="1"/>
          </p:cNvSpPr>
          <p:nvPr>
            <p:ph type="sldNum" sz="quarter" idx="17"/>
          </p:nvPr>
        </p:nvSpPr>
        <p:spPr/>
        <p:txBody>
          <a:bodyPr/>
          <a:lstStyle/>
          <a:p>
            <a:fld id="{F631AA85-691D-466F-8F38-20C9C80A4796}" type="slidenum">
              <a:rPr lang="en-GB" smtClean="0"/>
              <a:pPr/>
              <a:t>20</a:t>
            </a:fld>
            <a:endParaRPr lang="en-GB" dirty="0"/>
          </a:p>
        </p:txBody>
      </p:sp>
    </p:spTree>
    <p:extLst>
      <p:ext uri="{BB962C8B-B14F-4D97-AF65-F5344CB8AC3E}">
        <p14:creationId xmlns:p14="http://schemas.microsoft.com/office/powerpoint/2010/main" val="24903843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Incident 2</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21</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r>
              <a:rPr lang="en-GB" sz="2200" dirty="0"/>
              <a:t>Four days following the initial detection of the antivirus being disabled and privilege escalation attempts, the investigation team concludes that the platform was </a:t>
            </a:r>
            <a:r>
              <a:rPr lang="en-GB" sz="2200" dirty="0" smtClean="0"/>
              <a:t>compromised.</a:t>
            </a:r>
          </a:p>
          <a:p>
            <a:pPr>
              <a:lnSpc>
                <a:spcPct val="110000"/>
              </a:lnSpc>
              <a:buClr>
                <a:srgbClr val="0C4DA2"/>
              </a:buClr>
            </a:pPr>
            <a:endParaRPr lang="en-GB" sz="2200" dirty="0"/>
          </a:p>
          <a:p>
            <a:pPr>
              <a:lnSpc>
                <a:spcPct val="110000"/>
              </a:lnSpc>
              <a:buClr>
                <a:srgbClr val="0C4DA2"/>
              </a:buClr>
            </a:pPr>
            <a:r>
              <a:rPr lang="en-GB" sz="2200" dirty="0"/>
              <a:t>The platform utilizes a dedicated user authentication service, that stores in the database </a:t>
            </a:r>
            <a:r>
              <a:rPr lang="en-GB" sz="2200" dirty="0" smtClean="0"/>
              <a:t>usernames, hashed passwords and other information for </a:t>
            </a:r>
            <a:r>
              <a:rPr lang="en-GB" sz="2200" dirty="0"/>
              <a:t>all users, internal and external to the EUIBA</a:t>
            </a:r>
            <a:r>
              <a:rPr lang="en-GB" sz="2200" dirty="0" smtClean="0"/>
              <a:t>.</a:t>
            </a:r>
          </a:p>
          <a:p>
            <a:pPr>
              <a:lnSpc>
                <a:spcPct val="110000"/>
              </a:lnSpc>
              <a:buClr>
                <a:srgbClr val="0C4DA2"/>
              </a:buClr>
            </a:pPr>
            <a:endParaRPr lang="en-GB" sz="2200" dirty="0"/>
          </a:p>
          <a:p>
            <a:pPr>
              <a:lnSpc>
                <a:spcPct val="110000"/>
              </a:lnSpc>
              <a:buClr>
                <a:srgbClr val="0C4DA2"/>
              </a:buClr>
            </a:pPr>
            <a:r>
              <a:rPr lang="en-GB" sz="2200" dirty="0"/>
              <a:t>The database logs analysis reveals that the user information stored in the authentication table has been accessed multiple times by the threat actor.</a:t>
            </a:r>
          </a:p>
        </p:txBody>
      </p:sp>
      <p:sp>
        <p:nvSpPr>
          <p:cNvPr id="6" name="TextBox 5">
            <a:extLst>
              <a:ext uri="{FF2B5EF4-FFF2-40B4-BE49-F238E27FC236}">
                <a16:creationId xmlns:a16="http://schemas.microsoft.com/office/drawing/2014/main" id="{C9D245F5-FA67-48B0-B6C0-455E38E2401D}"/>
              </a:ext>
            </a:extLst>
          </p:cNvPr>
          <p:cNvSpPr txBox="1"/>
          <p:nvPr/>
        </p:nvSpPr>
        <p:spPr>
          <a:xfrm>
            <a:off x="793380" y="1431246"/>
            <a:ext cx="6097464" cy="369332"/>
          </a:xfrm>
          <a:prstGeom prst="rect">
            <a:avLst/>
          </a:prstGeom>
          <a:solidFill>
            <a:srgbClr val="0C4DA2"/>
          </a:solidFill>
        </p:spPr>
        <p:txBody>
          <a:bodyPr wrap="square">
            <a:spAutoFit/>
          </a:bodyPr>
          <a:lstStyle/>
          <a:p>
            <a:r>
              <a:rPr lang="en-US" b="1" dirty="0"/>
              <a:t>Timeline: Day </a:t>
            </a:r>
            <a:r>
              <a:rPr lang="en-US" b="1" dirty="0" smtClean="0"/>
              <a:t>4, 09:00 </a:t>
            </a:r>
            <a:r>
              <a:rPr lang="en-US" b="1" dirty="0"/>
              <a:t>UTC</a:t>
            </a:r>
          </a:p>
        </p:txBody>
      </p:sp>
    </p:spTree>
    <p:extLst>
      <p:ext uri="{BB962C8B-B14F-4D97-AF65-F5344CB8AC3E}">
        <p14:creationId xmlns:p14="http://schemas.microsoft.com/office/powerpoint/2010/main" val="32996902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31AA85-691D-466F-8F38-20C9C80A4796}" type="slidenum">
              <a:rPr lang="en-GB" smtClean="0"/>
              <a:pPr/>
              <a:t>22</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945" y="2114248"/>
            <a:ext cx="2650492" cy="2650492"/>
          </a:xfrm>
          <a:prstGeom prst="rect">
            <a:avLst/>
          </a:prstGeom>
        </p:spPr>
      </p:pic>
      <p:sp>
        <p:nvSpPr>
          <p:cNvPr id="19" name="Flowchart: Connector 18"/>
          <p:cNvSpPr/>
          <p:nvPr/>
        </p:nvSpPr>
        <p:spPr>
          <a:xfrm>
            <a:off x="8305802" y="3384177"/>
            <a:ext cx="1219200" cy="1219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p:cNvSpPr/>
          <p:nvPr/>
        </p:nvSpPr>
        <p:spPr>
          <a:xfrm>
            <a:off x="1683954" y="1682131"/>
            <a:ext cx="4138613" cy="351472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smtClean="0">
                <a:latin typeface="+mj-lt"/>
              </a:rPr>
              <a:t>Fill in questionnaire</a:t>
            </a:r>
            <a:endParaRPr lang="en-GB" sz="3600" b="1" dirty="0">
              <a:latin typeface="+mj-lt"/>
            </a:endParaRPr>
          </a:p>
        </p:txBody>
      </p:sp>
      <p:sp>
        <p:nvSpPr>
          <p:cNvPr id="2" name="TextBox 1"/>
          <p:cNvSpPr txBox="1"/>
          <p:nvPr/>
        </p:nvSpPr>
        <p:spPr>
          <a:xfrm>
            <a:off x="8515345" y="3657606"/>
            <a:ext cx="852488" cy="707886"/>
          </a:xfrm>
          <a:prstGeom prst="rect">
            <a:avLst/>
          </a:prstGeom>
          <a:noFill/>
        </p:spPr>
        <p:txBody>
          <a:bodyPr wrap="square" rtlCol="0">
            <a:spAutoFit/>
          </a:bodyPr>
          <a:lstStyle/>
          <a:p>
            <a:r>
              <a:rPr lang="en-GB" sz="4000" b="1" dirty="0" smtClean="0"/>
              <a:t>20’</a:t>
            </a:r>
            <a:endParaRPr lang="en-GB" sz="4000" b="1" dirty="0"/>
          </a:p>
        </p:txBody>
      </p:sp>
    </p:spTree>
    <p:extLst>
      <p:ext uri="{BB962C8B-B14F-4D97-AF65-F5344CB8AC3E}">
        <p14:creationId xmlns:p14="http://schemas.microsoft.com/office/powerpoint/2010/main" val="5575202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Incident 2</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23</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r>
              <a:rPr lang="en-GB" sz="2200" dirty="0"/>
              <a:t>Four days following the initial detection of the antivirus being disabled and privilege escalation attempts, the investigation team concludes that the platform was </a:t>
            </a:r>
            <a:r>
              <a:rPr lang="en-GB" sz="2200" dirty="0" smtClean="0"/>
              <a:t>compromised.</a:t>
            </a:r>
          </a:p>
          <a:p>
            <a:pPr>
              <a:lnSpc>
                <a:spcPct val="110000"/>
              </a:lnSpc>
              <a:buClr>
                <a:srgbClr val="0C4DA2"/>
              </a:buClr>
            </a:pPr>
            <a:endParaRPr lang="en-GB" sz="2200" dirty="0"/>
          </a:p>
          <a:p>
            <a:pPr>
              <a:lnSpc>
                <a:spcPct val="110000"/>
              </a:lnSpc>
              <a:buClr>
                <a:srgbClr val="0C4DA2"/>
              </a:buClr>
            </a:pPr>
            <a:r>
              <a:rPr lang="en-GB" sz="2200" dirty="0"/>
              <a:t>The platform utilizes a dedicated user authentication service, that stores in the database </a:t>
            </a:r>
            <a:r>
              <a:rPr lang="en-GB" sz="2200" dirty="0" smtClean="0"/>
              <a:t>usernames, hashed passwords and other information for </a:t>
            </a:r>
            <a:r>
              <a:rPr lang="en-GB" sz="2200" dirty="0"/>
              <a:t>all users, internal and external to the EUIBA</a:t>
            </a:r>
            <a:r>
              <a:rPr lang="en-GB" sz="2200" dirty="0" smtClean="0"/>
              <a:t>.</a:t>
            </a:r>
          </a:p>
          <a:p>
            <a:pPr>
              <a:lnSpc>
                <a:spcPct val="110000"/>
              </a:lnSpc>
              <a:buClr>
                <a:srgbClr val="0C4DA2"/>
              </a:buClr>
            </a:pPr>
            <a:endParaRPr lang="en-GB" sz="2200" dirty="0"/>
          </a:p>
          <a:p>
            <a:pPr>
              <a:lnSpc>
                <a:spcPct val="110000"/>
              </a:lnSpc>
              <a:buClr>
                <a:srgbClr val="0C4DA2"/>
              </a:buClr>
            </a:pPr>
            <a:r>
              <a:rPr lang="en-GB" sz="2200" dirty="0"/>
              <a:t>The database logs analysis reveals that the user information stored in the authentication table has been accessed multiple times by the threat actor.</a:t>
            </a:r>
          </a:p>
        </p:txBody>
      </p:sp>
      <p:sp>
        <p:nvSpPr>
          <p:cNvPr id="6" name="TextBox 5">
            <a:extLst>
              <a:ext uri="{FF2B5EF4-FFF2-40B4-BE49-F238E27FC236}">
                <a16:creationId xmlns:a16="http://schemas.microsoft.com/office/drawing/2014/main" id="{C9D245F5-FA67-48B0-B6C0-455E38E2401D}"/>
              </a:ext>
            </a:extLst>
          </p:cNvPr>
          <p:cNvSpPr txBox="1"/>
          <p:nvPr/>
        </p:nvSpPr>
        <p:spPr>
          <a:xfrm>
            <a:off x="793380" y="1431246"/>
            <a:ext cx="6097464" cy="369332"/>
          </a:xfrm>
          <a:prstGeom prst="rect">
            <a:avLst/>
          </a:prstGeom>
          <a:solidFill>
            <a:srgbClr val="0C4DA2"/>
          </a:solidFill>
        </p:spPr>
        <p:txBody>
          <a:bodyPr wrap="square">
            <a:spAutoFit/>
          </a:bodyPr>
          <a:lstStyle/>
          <a:p>
            <a:r>
              <a:rPr lang="en-US" b="1" dirty="0"/>
              <a:t>Timeline: Day </a:t>
            </a:r>
            <a:r>
              <a:rPr lang="en-US" b="1" dirty="0" smtClean="0"/>
              <a:t>4, 09:00 </a:t>
            </a:r>
            <a:r>
              <a:rPr lang="en-US" b="1" dirty="0"/>
              <a:t>UTC</a:t>
            </a:r>
          </a:p>
        </p:txBody>
      </p:sp>
    </p:spTree>
    <p:extLst>
      <p:ext uri="{BB962C8B-B14F-4D97-AF65-F5344CB8AC3E}">
        <p14:creationId xmlns:p14="http://schemas.microsoft.com/office/powerpoint/2010/main" val="21251964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4</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24</a:t>
            </a:fld>
            <a:endParaRPr lang="en-GB" dirty="0"/>
          </a:p>
        </p:txBody>
      </p:sp>
      <p:graphicFrame>
        <p:nvGraphicFramePr>
          <p:cNvPr id="9" name="Diagram 8"/>
          <p:cNvGraphicFramePr/>
          <p:nvPr>
            <p:extLst>
              <p:ext uri="{D42A27DB-BD31-4B8C-83A1-F6EECF244321}">
                <p14:modId xmlns:p14="http://schemas.microsoft.com/office/powerpoint/2010/main" val="2285201604"/>
              </p:ext>
            </p:extLst>
          </p:nvPr>
        </p:nvGraphicFramePr>
        <p:xfrm>
          <a:off x="3912253" y="1878021"/>
          <a:ext cx="7355823" cy="39336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833563"/>
            <a:ext cx="3533775" cy="3978088"/>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smtClean="0">
                <a:latin typeface="+mj-lt"/>
              </a:rPr>
              <a:t>Is there a procedure that should be initiated?</a:t>
            </a:r>
            <a:endParaRPr lang="en-GB" sz="2400" dirty="0">
              <a:latin typeface="+mj-lt"/>
            </a:endParaRPr>
          </a:p>
        </p:txBody>
      </p:sp>
    </p:spTree>
    <p:extLst>
      <p:ext uri="{BB962C8B-B14F-4D97-AF65-F5344CB8AC3E}">
        <p14:creationId xmlns:p14="http://schemas.microsoft.com/office/powerpoint/2010/main" val="8478596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5</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25</a:t>
            </a:fld>
            <a:endParaRPr lang="en-GB" dirty="0"/>
          </a:p>
        </p:txBody>
      </p:sp>
      <p:graphicFrame>
        <p:nvGraphicFramePr>
          <p:cNvPr id="9" name="Diagram 8"/>
          <p:cNvGraphicFramePr/>
          <p:nvPr>
            <p:extLst>
              <p:ext uri="{D42A27DB-BD31-4B8C-83A1-F6EECF244321}">
                <p14:modId xmlns:p14="http://schemas.microsoft.com/office/powerpoint/2010/main" val="1816578518"/>
              </p:ext>
            </p:extLst>
          </p:nvPr>
        </p:nvGraphicFramePr>
        <p:xfrm>
          <a:off x="3912253" y="1304925"/>
          <a:ext cx="7355823" cy="484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304924"/>
            <a:ext cx="3533775" cy="484346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smtClean="0">
                <a:latin typeface="+mj-lt"/>
              </a:rPr>
              <a:t>Who needs to be informed of the incident</a:t>
            </a:r>
          </a:p>
          <a:p>
            <a:pPr algn="ctr"/>
            <a:r>
              <a:rPr lang="en-GB" sz="2400" dirty="0" smtClean="0">
                <a:latin typeface="+mj-lt"/>
              </a:rPr>
              <a:t>(and by </a:t>
            </a:r>
            <a:r>
              <a:rPr lang="en-GB" sz="2400" dirty="0">
                <a:latin typeface="+mj-lt"/>
              </a:rPr>
              <a:t>w</a:t>
            </a:r>
            <a:r>
              <a:rPr lang="en-GB" sz="2400" dirty="0" smtClean="0">
                <a:latin typeface="+mj-lt"/>
              </a:rPr>
              <a:t>hom)?</a:t>
            </a:r>
            <a:endParaRPr lang="en-GB" sz="2400" dirty="0">
              <a:latin typeface="+mj-lt"/>
            </a:endParaRPr>
          </a:p>
        </p:txBody>
      </p:sp>
      <p:sp>
        <p:nvSpPr>
          <p:cNvPr id="2" name="Wave 1"/>
          <p:cNvSpPr/>
          <p:nvPr/>
        </p:nvSpPr>
        <p:spPr>
          <a:xfrm>
            <a:off x="7024689" y="559495"/>
            <a:ext cx="2400300" cy="60483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Multiple Answers</a:t>
            </a:r>
            <a:endParaRPr lang="en-GB" dirty="0"/>
          </a:p>
        </p:txBody>
      </p:sp>
    </p:spTree>
    <p:extLst>
      <p:ext uri="{BB962C8B-B14F-4D97-AF65-F5344CB8AC3E}">
        <p14:creationId xmlns:p14="http://schemas.microsoft.com/office/powerpoint/2010/main" val="3001362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6</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26</a:t>
            </a:fld>
            <a:endParaRPr lang="en-GB" dirty="0"/>
          </a:p>
        </p:txBody>
      </p:sp>
      <p:graphicFrame>
        <p:nvGraphicFramePr>
          <p:cNvPr id="9" name="Diagram 8"/>
          <p:cNvGraphicFramePr/>
          <p:nvPr>
            <p:extLst>
              <p:ext uri="{D42A27DB-BD31-4B8C-83A1-F6EECF244321}">
                <p14:modId xmlns:p14="http://schemas.microsoft.com/office/powerpoint/2010/main" val="765066900"/>
              </p:ext>
            </p:extLst>
          </p:nvPr>
        </p:nvGraphicFramePr>
        <p:xfrm>
          <a:off x="3912253" y="1547814"/>
          <a:ext cx="7422497" cy="4557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6" y="1547814"/>
            <a:ext cx="3390900" cy="460057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What is the process that should be initiated? </a:t>
            </a:r>
            <a:endParaRPr lang="en-GB" sz="2400" dirty="0" smtClean="0">
              <a:latin typeface="+mj-lt"/>
            </a:endParaRPr>
          </a:p>
          <a:p>
            <a:pPr algn="ctr"/>
            <a:endParaRPr lang="en-GB" sz="2400" dirty="0">
              <a:latin typeface="+mj-lt"/>
            </a:endParaRPr>
          </a:p>
          <a:p>
            <a:pPr algn="ctr"/>
            <a:r>
              <a:rPr lang="en-GB" sz="2400" dirty="0">
                <a:latin typeface="+mj-lt"/>
              </a:rPr>
              <a:t>Who should initiate it?</a:t>
            </a:r>
          </a:p>
        </p:txBody>
      </p:sp>
    </p:spTree>
    <p:extLst>
      <p:ext uri="{BB962C8B-B14F-4D97-AF65-F5344CB8AC3E}">
        <p14:creationId xmlns:p14="http://schemas.microsoft.com/office/powerpoint/2010/main" val="32605990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7</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27</a:t>
            </a:fld>
            <a:endParaRPr lang="en-GB" dirty="0"/>
          </a:p>
        </p:txBody>
      </p:sp>
      <p:graphicFrame>
        <p:nvGraphicFramePr>
          <p:cNvPr id="9" name="Diagram 8"/>
          <p:cNvGraphicFramePr/>
          <p:nvPr>
            <p:extLst>
              <p:ext uri="{D42A27DB-BD31-4B8C-83A1-F6EECF244321}">
                <p14:modId xmlns:p14="http://schemas.microsoft.com/office/powerpoint/2010/main" val="3311442137"/>
              </p:ext>
            </p:extLst>
          </p:nvPr>
        </p:nvGraphicFramePr>
        <p:xfrm>
          <a:off x="3912253" y="1304925"/>
          <a:ext cx="7355823" cy="484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304924"/>
            <a:ext cx="3533775" cy="484346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Which are the initial -  immediate actions to contain the incident and mitigate, if possible, the risks to the data subjects? </a:t>
            </a:r>
          </a:p>
        </p:txBody>
      </p:sp>
      <p:sp>
        <p:nvSpPr>
          <p:cNvPr id="2" name="Wave 1"/>
          <p:cNvSpPr/>
          <p:nvPr/>
        </p:nvSpPr>
        <p:spPr>
          <a:xfrm>
            <a:off x="7024689" y="559495"/>
            <a:ext cx="2400300" cy="60483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Multiple Answers</a:t>
            </a:r>
            <a:endParaRPr lang="en-GB" dirty="0"/>
          </a:p>
        </p:txBody>
      </p:sp>
    </p:spTree>
    <p:extLst>
      <p:ext uri="{BB962C8B-B14F-4D97-AF65-F5344CB8AC3E}">
        <p14:creationId xmlns:p14="http://schemas.microsoft.com/office/powerpoint/2010/main" val="32164971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8</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28</a:t>
            </a:fld>
            <a:endParaRPr lang="en-GB" dirty="0"/>
          </a:p>
        </p:txBody>
      </p:sp>
      <p:graphicFrame>
        <p:nvGraphicFramePr>
          <p:cNvPr id="9" name="Diagram 8"/>
          <p:cNvGraphicFramePr/>
          <p:nvPr>
            <p:extLst>
              <p:ext uri="{D42A27DB-BD31-4B8C-83A1-F6EECF244321}">
                <p14:modId xmlns:p14="http://schemas.microsoft.com/office/powerpoint/2010/main" val="2969401121"/>
              </p:ext>
            </p:extLst>
          </p:nvPr>
        </p:nvGraphicFramePr>
        <p:xfrm>
          <a:off x="3912253" y="1878021"/>
          <a:ext cx="7355823" cy="39336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833563"/>
            <a:ext cx="3533775" cy="3978088"/>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How would you assess the risk to the data subjects?</a:t>
            </a:r>
          </a:p>
        </p:txBody>
      </p:sp>
    </p:spTree>
    <p:extLst>
      <p:ext uri="{BB962C8B-B14F-4D97-AF65-F5344CB8AC3E}">
        <p14:creationId xmlns:p14="http://schemas.microsoft.com/office/powerpoint/2010/main" val="5241802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9</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29</a:t>
            </a:fld>
            <a:endParaRPr lang="en-GB" dirty="0"/>
          </a:p>
        </p:txBody>
      </p:sp>
      <p:sp>
        <p:nvSpPr>
          <p:cNvPr id="12" name="Rounded Rectangle 11"/>
          <p:cNvSpPr/>
          <p:nvPr/>
        </p:nvSpPr>
        <p:spPr>
          <a:xfrm>
            <a:off x="257175" y="1833563"/>
            <a:ext cx="3533775" cy="3978088"/>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Do you believe the assessment of the risk to the data subjects would be different if LCO was not consulted?</a:t>
            </a:r>
          </a:p>
        </p:txBody>
      </p:sp>
      <p:graphicFrame>
        <p:nvGraphicFramePr>
          <p:cNvPr id="24" name="Diagram 23"/>
          <p:cNvGraphicFramePr/>
          <p:nvPr>
            <p:extLst>
              <p:ext uri="{D42A27DB-BD31-4B8C-83A1-F6EECF244321}">
                <p14:modId xmlns:p14="http://schemas.microsoft.com/office/powerpoint/2010/main" val="3329750929"/>
              </p:ext>
            </p:extLst>
          </p:nvPr>
        </p:nvGraphicFramePr>
        <p:xfrm>
          <a:off x="3986254" y="1866899"/>
          <a:ext cx="7241523" cy="3862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06240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10</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30</a:t>
            </a:fld>
            <a:endParaRPr lang="en-GB" dirty="0"/>
          </a:p>
        </p:txBody>
      </p:sp>
      <p:graphicFrame>
        <p:nvGraphicFramePr>
          <p:cNvPr id="9" name="Diagram 8"/>
          <p:cNvGraphicFramePr/>
          <p:nvPr>
            <p:extLst>
              <p:ext uri="{D42A27DB-BD31-4B8C-83A1-F6EECF244321}">
                <p14:modId xmlns:p14="http://schemas.microsoft.com/office/powerpoint/2010/main" val="2967769631"/>
              </p:ext>
            </p:extLst>
          </p:nvPr>
        </p:nvGraphicFramePr>
        <p:xfrm>
          <a:off x="3912253" y="1878021"/>
          <a:ext cx="7355823" cy="39336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833563"/>
            <a:ext cx="3533775" cy="3978088"/>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How does the LCO and DPO reflect on the fact that leaked passwords were hashed with MD5?</a:t>
            </a:r>
          </a:p>
        </p:txBody>
      </p:sp>
    </p:spTree>
    <p:extLst>
      <p:ext uri="{BB962C8B-B14F-4D97-AF65-F5344CB8AC3E}">
        <p14:creationId xmlns:p14="http://schemas.microsoft.com/office/powerpoint/2010/main" val="26209800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11</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31</a:t>
            </a:fld>
            <a:endParaRPr lang="en-GB" dirty="0"/>
          </a:p>
        </p:txBody>
      </p:sp>
      <p:graphicFrame>
        <p:nvGraphicFramePr>
          <p:cNvPr id="9" name="Diagram 8"/>
          <p:cNvGraphicFramePr/>
          <p:nvPr>
            <p:extLst>
              <p:ext uri="{D42A27DB-BD31-4B8C-83A1-F6EECF244321}">
                <p14:modId xmlns:p14="http://schemas.microsoft.com/office/powerpoint/2010/main" val="3505977121"/>
              </p:ext>
            </p:extLst>
          </p:nvPr>
        </p:nvGraphicFramePr>
        <p:xfrm>
          <a:off x="3912253" y="1304925"/>
          <a:ext cx="7355823" cy="484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304924"/>
            <a:ext cx="3533775" cy="484346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Which external stakeholders would you notify? </a:t>
            </a:r>
          </a:p>
        </p:txBody>
      </p:sp>
      <p:sp>
        <p:nvSpPr>
          <p:cNvPr id="2" name="Wave 1"/>
          <p:cNvSpPr/>
          <p:nvPr/>
        </p:nvSpPr>
        <p:spPr>
          <a:xfrm>
            <a:off x="7024689" y="559495"/>
            <a:ext cx="2400300" cy="60483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Multiple Answers</a:t>
            </a:r>
            <a:endParaRPr lang="en-GB" dirty="0"/>
          </a:p>
        </p:txBody>
      </p:sp>
    </p:spTree>
    <p:extLst>
      <p:ext uri="{BB962C8B-B14F-4D97-AF65-F5344CB8AC3E}">
        <p14:creationId xmlns:p14="http://schemas.microsoft.com/office/powerpoint/2010/main" val="28288087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31AA85-691D-466F-8F38-20C9C80A4796}" type="slidenum">
              <a:rPr lang="en-GB" smtClean="0"/>
              <a:pPr/>
              <a:t>32</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945" y="2114248"/>
            <a:ext cx="2650492" cy="2650492"/>
          </a:xfrm>
          <a:prstGeom prst="rect">
            <a:avLst/>
          </a:prstGeom>
        </p:spPr>
      </p:pic>
      <p:sp>
        <p:nvSpPr>
          <p:cNvPr id="19" name="Flowchart: Connector 18"/>
          <p:cNvSpPr/>
          <p:nvPr/>
        </p:nvSpPr>
        <p:spPr>
          <a:xfrm>
            <a:off x="8305802" y="3384177"/>
            <a:ext cx="1219200" cy="1219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p:cNvSpPr/>
          <p:nvPr/>
        </p:nvSpPr>
        <p:spPr>
          <a:xfrm>
            <a:off x="1683954" y="1682131"/>
            <a:ext cx="4138613" cy="351472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smtClean="0">
                <a:latin typeface="+mj-lt"/>
              </a:rPr>
              <a:t>Open Discussion</a:t>
            </a:r>
            <a:endParaRPr lang="en-GB" sz="3600" b="1" dirty="0">
              <a:latin typeface="+mj-lt"/>
            </a:endParaRPr>
          </a:p>
        </p:txBody>
      </p:sp>
      <p:sp>
        <p:nvSpPr>
          <p:cNvPr id="9" name="TextBox 8"/>
          <p:cNvSpPr txBox="1"/>
          <p:nvPr/>
        </p:nvSpPr>
        <p:spPr>
          <a:xfrm>
            <a:off x="8515345" y="3657606"/>
            <a:ext cx="852488" cy="707886"/>
          </a:xfrm>
          <a:prstGeom prst="rect">
            <a:avLst/>
          </a:prstGeom>
          <a:noFill/>
        </p:spPr>
        <p:txBody>
          <a:bodyPr wrap="square" rtlCol="0">
            <a:spAutoFit/>
          </a:bodyPr>
          <a:lstStyle/>
          <a:p>
            <a:r>
              <a:rPr lang="en-GB" sz="4000" b="1" dirty="0"/>
              <a:t>1</a:t>
            </a:r>
            <a:r>
              <a:rPr lang="en-GB" sz="4000" b="1" dirty="0" smtClean="0"/>
              <a:t>0’</a:t>
            </a:r>
            <a:endParaRPr lang="en-GB" sz="4000" b="1" dirty="0"/>
          </a:p>
        </p:txBody>
      </p:sp>
    </p:spTree>
    <p:extLst>
      <p:ext uri="{BB962C8B-B14F-4D97-AF65-F5344CB8AC3E}">
        <p14:creationId xmlns:p14="http://schemas.microsoft.com/office/powerpoint/2010/main" val="193944896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1752600" y="2649070"/>
            <a:ext cx="5602941" cy="2926977"/>
          </a:xfrm>
        </p:spPr>
        <p:txBody>
          <a:bodyPr/>
          <a:lstStyle/>
          <a:p>
            <a:pPr algn="ctr"/>
            <a:endParaRPr lang="en-GB" sz="4000" dirty="0" smtClean="0"/>
          </a:p>
          <a:p>
            <a:pPr algn="ctr"/>
            <a:r>
              <a:rPr lang="en-GB" sz="4000" dirty="0" smtClean="0"/>
              <a:t>Incident 3</a:t>
            </a:r>
          </a:p>
          <a:p>
            <a:pPr algn="ctr"/>
            <a:endParaRPr lang="en-GB" sz="4000" dirty="0" smtClean="0"/>
          </a:p>
          <a:p>
            <a:pPr algn="ctr"/>
            <a:r>
              <a:rPr lang="en-GB" dirty="0"/>
              <a:t>Compromise of the ticketing </a:t>
            </a:r>
            <a:r>
              <a:rPr lang="en-GB" dirty="0" smtClean="0"/>
              <a:t>system</a:t>
            </a:r>
            <a:endParaRPr lang="en-GB" dirty="0"/>
          </a:p>
        </p:txBody>
      </p:sp>
      <p:sp>
        <p:nvSpPr>
          <p:cNvPr id="3" name="Slide Number Placeholder 2"/>
          <p:cNvSpPr>
            <a:spLocks noGrp="1"/>
          </p:cNvSpPr>
          <p:nvPr>
            <p:ph type="sldNum" sz="quarter" idx="17"/>
          </p:nvPr>
        </p:nvSpPr>
        <p:spPr/>
        <p:txBody>
          <a:bodyPr/>
          <a:lstStyle/>
          <a:p>
            <a:fld id="{F631AA85-691D-466F-8F38-20C9C80A4796}" type="slidenum">
              <a:rPr lang="en-GB" smtClean="0"/>
              <a:pPr/>
              <a:t>33</a:t>
            </a:fld>
            <a:endParaRPr lang="en-GB" dirty="0"/>
          </a:p>
        </p:txBody>
      </p:sp>
    </p:spTree>
    <p:extLst>
      <p:ext uri="{BB962C8B-B14F-4D97-AF65-F5344CB8AC3E}">
        <p14:creationId xmlns:p14="http://schemas.microsoft.com/office/powerpoint/2010/main" val="39875745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Incident 3</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34</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endParaRPr lang="en-GB" sz="2200" dirty="0" smtClean="0"/>
          </a:p>
          <a:p>
            <a:pPr>
              <a:lnSpc>
                <a:spcPct val="110000"/>
              </a:lnSpc>
              <a:buClr>
                <a:srgbClr val="0C4DA2"/>
              </a:buClr>
            </a:pPr>
            <a:r>
              <a:rPr lang="en-GB" sz="2200" dirty="0" smtClean="0"/>
              <a:t>Your </a:t>
            </a:r>
            <a:r>
              <a:rPr lang="en-GB" sz="2200" dirty="0"/>
              <a:t>EUIBA platform, includes a ticketing system used by the platform users to report various technical issues. </a:t>
            </a:r>
            <a:endParaRPr lang="en-GB" sz="2200" dirty="0" smtClean="0"/>
          </a:p>
          <a:p>
            <a:pPr>
              <a:lnSpc>
                <a:spcPct val="110000"/>
              </a:lnSpc>
              <a:buClr>
                <a:srgbClr val="0C4DA2"/>
              </a:buClr>
            </a:pPr>
            <a:endParaRPr lang="en-GB" sz="2200" dirty="0"/>
          </a:p>
          <a:p>
            <a:pPr>
              <a:lnSpc>
                <a:spcPct val="110000"/>
              </a:lnSpc>
              <a:buClr>
                <a:srgbClr val="0C4DA2"/>
              </a:buClr>
            </a:pPr>
            <a:r>
              <a:rPr lang="en-GB" sz="2200" dirty="0" smtClean="0"/>
              <a:t>The </a:t>
            </a:r>
            <a:r>
              <a:rPr lang="en-GB" sz="2200" dirty="0"/>
              <a:t>ongoing investigation reveals that the ticketing system used by your EUIBA’s staff and external experts has also been compromised and tickets </a:t>
            </a:r>
            <a:r>
              <a:rPr lang="en-GB" sz="2200" dirty="0" smtClean="0"/>
              <a:t>have </a:t>
            </a:r>
            <a:r>
              <a:rPr lang="en-GB" sz="2200" dirty="0"/>
              <a:t>been </a:t>
            </a:r>
            <a:r>
              <a:rPr lang="en-GB" sz="2200" dirty="0" err="1"/>
              <a:t>exfiltrated</a:t>
            </a:r>
            <a:r>
              <a:rPr lang="en-GB" sz="2200" dirty="0"/>
              <a:t>.</a:t>
            </a:r>
          </a:p>
        </p:txBody>
      </p:sp>
      <p:sp>
        <p:nvSpPr>
          <p:cNvPr id="6" name="TextBox 5">
            <a:extLst>
              <a:ext uri="{FF2B5EF4-FFF2-40B4-BE49-F238E27FC236}">
                <a16:creationId xmlns:a16="http://schemas.microsoft.com/office/drawing/2014/main" id="{C9D245F5-FA67-48B0-B6C0-455E38E2401D}"/>
              </a:ext>
            </a:extLst>
          </p:cNvPr>
          <p:cNvSpPr txBox="1"/>
          <p:nvPr/>
        </p:nvSpPr>
        <p:spPr>
          <a:xfrm>
            <a:off x="793380" y="1431246"/>
            <a:ext cx="6097464" cy="369332"/>
          </a:xfrm>
          <a:prstGeom prst="rect">
            <a:avLst/>
          </a:prstGeom>
          <a:solidFill>
            <a:srgbClr val="0C4DA2"/>
          </a:solidFill>
        </p:spPr>
        <p:txBody>
          <a:bodyPr wrap="square">
            <a:spAutoFit/>
          </a:bodyPr>
          <a:lstStyle/>
          <a:p>
            <a:r>
              <a:rPr lang="en-US" b="1" dirty="0"/>
              <a:t>Timeline: Day </a:t>
            </a:r>
            <a:r>
              <a:rPr lang="en-US" b="1" dirty="0" smtClean="0"/>
              <a:t>5, 10:00 </a:t>
            </a:r>
            <a:r>
              <a:rPr lang="en-US" b="1" dirty="0"/>
              <a:t>UTC</a:t>
            </a:r>
          </a:p>
        </p:txBody>
      </p:sp>
    </p:spTree>
    <p:extLst>
      <p:ext uri="{BB962C8B-B14F-4D97-AF65-F5344CB8AC3E}">
        <p14:creationId xmlns:p14="http://schemas.microsoft.com/office/powerpoint/2010/main" val="29712694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31AA85-691D-466F-8F38-20C9C80A4796}" type="slidenum">
              <a:rPr lang="en-GB" smtClean="0"/>
              <a:pPr/>
              <a:t>35</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945" y="2114248"/>
            <a:ext cx="2650492" cy="2650492"/>
          </a:xfrm>
          <a:prstGeom prst="rect">
            <a:avLst/>
          </a:prstGeom>
        </p:spPr>
      </p:pic>
      <p:sp>
        <p:nvSpPr>
          <p:cNvPr id="19" name="Flowchart: Connector 18"/>
          <p:cNvSpPr/>
          <p:nvPr/>
        </p:nvSpPr>
        <p:spPr>
          <a:xfrm>
            <a:off x="8305802" y="3384177"/>
            <a:ext cx="1219200" cy="1219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p:cNvSpPr/>
          <p:nvPr/>
        </p:nvSpPr>
        <p:spPr>
          <a:xfrm>
            <a:off x="1683954" y="1682131"/>
            <a:ext cx="4138613" cy="351472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smtClean="0">
                <a:latin typeface="+mj-lt"/>
              </a:rPr>
              <a:t>Fill in questionnaire</a:t>
            </a:r>
            <a:endParaRPr lang="en-GB" sz="3600" b="1" dirty="0">
              <a:latin typeface="+mj-lt"/>
            </a:endParaRPr>
          </a:p>
        </p:txBody>
      </p:sp>
      <p:sp>
        <p:nvSpPr>
          <p:cNvPr id="2" name="TextBox 1"/>
          <p:cNvSpPr txBox="1"/>
          <p:nvPr/>
        </p:nvSpPr>
        <p:spPr>
          <a:xfrm>
            <a:off x="8515345" y="3657606"/>
            <a:ext cx="852488" cy="707886"/>
          </a:xfrm>
          <a:prstGeom prst="rect">
            <a:avLst/>
          </a:prstGeom>
          <a:noFill/>
        </p:spPr>
        <p:txBody>
          <a:bodyPr wrap="square" rtlCol="0">
            <a:spAutoFit/>
          </a:bodyPr>
          <a:lstStyle/>
          <a:p>
            <a:r>
              <a:rPr lang="en-GB" sz="4000" b="1" dirty="0" smtClean="0"/>
              <a:t>20’</a:t>
            </a:r>
            <a:endParaRPr lang="en-GB" sz="4000" b="1" dirty="0"/>
          </a:p>
        </p:txBody>
      </p:sp>
    </p:spTree>
    <p:extLst>
      <p:ext uri="{BB962C8B-B14F-4D97-AF65-F5344CB8AC3E}">
        <p14:creationId xmlns:p14="http://schemas.microsoft.com/office/powerpoint/2010/main" val="13036628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Incident 3</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36</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endParaRPr lang="en-GB" sz="2200" dirty="0" smtClean="0"/>
          </a:p>
          <a:p>
            <a:pPr>
              <a:lnSpc>
                <a:spcPct val="110000"/>
              </a:lnSpc>
              <a:buClr>
                <a:srgbClr val="0C4DA2"/>
              </a:buClr>
            </a:pPr>
            <a:r>
              <a:rPr lang="en-GB" sz="2200" dirty="0" smtClean="0"/>
              <a:t>Your </a:t>
            </a:r>
            <a:r>
              <a:rPr lang="en-GB" sz="2200" dirty="0"/>
              <a:t>EUIBA platform, includes a ticketing system used by the platform users to report various technical issues. </a:t>
            </a:r>
            <a:endParaRPr lang="en-GB" sz="2200" dirty="0" smtClean="0"/>
          </a:p>
          <a:p>
            <a:pPr>
              <a:lnSpc>
                <a:spcPct val="110000"/>
              </a:lnSpc>
              <a:buClr>
                <a:srgbClr val="0C4DA2"/>
              </a:buClr>
            </a:pPr>
            <a:endParaRPr lang="en-GB" sz="2200" dirty="0"/>
          </a:p>
          <a:p>
            <a:pPr>
              <a:lnSpc>
                <a:spcPct val="110000"/>
              </a:lnSpc>
              <a:buClr>
                <a:srgbClr val="0C4DA2"/>
              </a:buClr>
            </a:pPr>
            <a:r>
              <a:rPr lang="en-GB" sz="2200" dirty="0" smtClean="0"/>
              <a:t>The </a:t>
            </a:r>
            <a:r>
              <a:rPr lang="en-GB" sz="2200" dirty="0"/>
              <a:t>ongoing investigation reveals that the ticketing system used by your EUIBA’s staff and external experts has also been compromised and tickets </a:t>
            </a:r>
            <a:r>
              <a:rPr lang="en-GB" sz="2200" dirty="0" smtClean="0"/>
              <a:t>have </a:t>
            </a:r>
            <a:r>
              <a:rPr lang="en-GB" sz="2200" dirty="0"/>
              <a:t>been </a:t>
            </a:r>
            <a:r>
              <a:rPr lang="en-GB" sz="2200" dirty="0" err="1"/>
              <a:t>exfiltrated</a:t>
            </a:r>
            <a:r>
              <a:rPr lang="en-GB" sz="2200" dirty="0"/>
              <a:t>.</a:t>
            </a:r>
          </a:p>
        </p:txBody>
      </p:sp>
      <p:sp>
        <p:nvSpPr>
          <p:cNvPr id="6" name="TextBox 5">
            <a:extLst>
              <a:ext uri="{FF2B5EF4-FFF2-40B4-BE49-F238E27FC236}">
                <a16:creationId xmlns:a16="http://schemas.microsoft.com/office/drawing/2014/main" id="{C9D245F5-FA67-48B0-B6C0-455E38E2401D}"/>
              </a:ext>
            </a:extLst>
          </p:cNvPr>
          <p:cNvSpPr txBox="1"/>
          <p:nvPr/>
        </p:nvSpPr>
        <p:spPr>
          <a:xfrm>
            <a:off x="793380" y="1431246"/>
            <a:ext cx="6097464" cy="369332"/>
          </a:xfrm>
          <a:prstGeom prst="rect">
            <a:avLst/>
          </a:prstGeom>
          <a:solidFill>
            <a:srgbClr val="0C4DA2"/>
          </a:solidFill>
        </p:spPr>
        <p:txBody>
          <a:bodyPr wrap="square">
            <a:spAutoFit/>
          </a:bodyPr>
          <a:lstStyle/>
          <a:p>
            <a:r>
              <a:rPr lang="en-US" b="1" dirty="0"/>
              <a:t>Timeline: Day </a:t>
            </a:r>
            <a:r>
              <a:rPr lang="en-US" b="1" dirty="0" smtClean="0"/>
              <a:t>5, 10:00 </a:t>
            </a:r>
            <a:r>
              <a:rPr lang="en-US" b="1" dirty="0"/>
              <a:t>UTC</a:t>
            </a:r>
          </a:p>
        </p:txBody>
      </p:sp>
    </p:spTree>
    <p:extLst>
      <p:ext uri="{BB962C8B-B14F-4D97-AF65-F5344CB8AC3E}">
        <p14:creationId xmlns:p14="http://schemas.microsoft.com/office/powerpoint/2010/main" val="7543258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12</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37</a:t>
            </a:fld>
            <a:endParaRPr lang="en-GB" dirty="0"/>
          </a:p>
        </p:txBody>
      </p:sp>
      <p:graphicFrame>
        <p:nvGraphicFramePr>
          <p:cNvPr id="9" name="Diagram 8"/>
          <p:cNvGraphicFramePr/>
          <p:nvPr>
            <p:extLst>
              <p:ext uri="{D42A27DB-BD31-4B8C-83A1-F6EECF244321}">
                <p14:modId xmlns:p14="http://schemas.microsoft.com/office/powerpoint/2010/main" val="2092348265"/>
              </p:ext>
            </p:extLst>
          </p:nvPr>
        </p:nvGraphicFramePr>
        <p:xfrm>
          <a:off x="3912253" y="1304925"/>
          <a:ext cx="7355823" cy="484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304924"/>
            <a:ext cx="3533775" cy="484346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smtClean="0">
                <a:latin typeface="+mj-lt"/>
              </a:rPr>
              <a:t>Who needs to be informed of the incident</a:t>
            </a:r>
          </a:p>
          <a:p>
            <a:pPr algn="ctr"/>
            <a:r>
              <a:rPr lang="en-GB" sz="2400" dirty="0" smtClean="0">
                <a:latin typeface="+mj-lt"/>
              </a:rPr>
              <a:t>(and by </a:t>
            </a:r>
            <a:r>
              <a:rPr lang="en-GB" sz="2400" dirty="0">
                <a:latin typeface="+mj-lt"/>
              </a:rPr>
              <a:t>w</a:t>
            </a:r>
            <a:r>
              <a:rPr lang="en-GB" sz="2400" dirty="0" smtClean="0">
                <a:latin typeface="+mj-lt"/>
              </a:rPr>
              <a:t>hom)?</a:t>
            </a:r>
            <a:endParaRPr lang="en-GB" sz="2400" dirty="0">
              <a:latin typeface="+mj-lt"/>
            </a:endParaRPr>
          </a:p>
        </p:txBody>
      </p:sp>
      <p:sp>
        <p:nvSpPr>
          <p:cNvPr id="2" name="Wave 1"/>
          <p:cNvSpPr/>
          <p:nvPr/>
        </p:nvSpPr>
        <p:spPr>
          <a:xfrm>
            <a:off x="7024689" y="559495"/>
            <a:ext cx="2400300" cy="60483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Multiple Answers</a:t>
            </a:r>
            <a:endParaRPr lang="en-GB" dirty="0"/>
          </a:p>
        </p:txBody>
      </p:sp>
    </p:spTree>
    <p:extLst>
      <p:ext uri="{BB962C8B-B14F-4D97-AF65-F5344CB8AC3E}">
        <p14:creationId xmlns:p14="http://schemas.microsoft.com/office/powerpoint/2010/main" val="164522212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13</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38</a:t>
            </a:fld>
            <a:endParaRPr lang="en-GB" dirty="0"/>
          </a:p>
        </p:txBody>
      </p:sp>
      <p:graphicFrame>
        <p:nvGraphicFramePr>
          <p:cNvPr id="9" name="Diagram 8"/>
          <p:cNvGraphicFramePr/>
          <p:nvPr>
            <p:extLst>
              <p:ext uri="{D42A27DB-BD31-4B8C-83A1-F6EECF244321}">
                <p14:modId xmlns:p14="http://schemas.microsoft.com/office/powerpoint/2010/main" val="3891988641"/>
              </p:ext>
            </p:extLst>
          </p:nvPr>
        </p:nvGraphicFramePr>
        <p:xfrm>
          <a:off x="3912253" y="1878021"/>
          <a:ext cx="7355823" cy="39336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833563"/>
            <a:ext cx="3533775" cy="3978088"/>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How would you assess the risk to the data subjects?</a:t>
            </a:r>
          </a:p>
        </p:txBody>
      </p:sp>
    </p:spTree>
    <p:extLst>
      <p:ext uri="{BB962C8B-B14F-4D97-AF65-F5344CB8AC3E}">
        <p14:creationId xmlns:p14="http://schemas.microsoft.com/office/powerpoint/2010/main" val="16638113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14</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39</a:t>
            </a:fld>
            <a:endParaRPr lang="en-GB" dirty="0"/>
          </a:p>
        </p:txBody>
      </p:sp>
      <p:graphicFrame>
        <p:nvGraphicFramePr>
          <p:cNvPr id="9" name="Diagram 8"/>
          <p:cNvGraphicFramePr/>
          <p:nvPr>
            <p:extLst>
              <p:ext uri="{D42A27DB-BD31-4B8C-83A1-F6EECF244321}">
                <p14:modId xmlns:p14="http://schemas.microsoft.com/office/powerpoint/2010/main" val="616871311"/>
              </p:ext>
            </p:extLst>
          </p:nvPr>
        </p:nvGraphicFramePr>
        <p:xfrm>
          <a:off x="3912253" y="1304925"/>
          <a:ext cx="7355823" cy="484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304924"/>
            <a:ext cx="3533775" cy="484346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Which information should the LCO share with the DPO and the delegated controller? </a:t>
            </a:r>
          </a:p>
        </p:txBody>
      </p:sp>
      <p:sp>
        <p:nvSpPr>
          <p:cNvPr id="2" name="Wave 1"/>
          <p:cNvSpPr/>
          <p:nvPr/>
        </p:nvSpPr>
        <p:spPr>
          <a:xfrm>
            <a:off x="7024689" y="559495"/>
            <a:ext cx="2400300" cy="60483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Multiple Answers</a:t>
            </a:r>
            <a:endParaRPr lang="en-GB" dirty="0"/>
          </a:p>
        </p:txBody>
      </p:sp>
    </p:spTree>
    <p:extLst>
      <p:ext uri="{BB962C8B-B14F-4D97-AF65-F5344CB8AC3E}">
        <p14:creationId xmlns:p14="http://schemas.microsoft.com/office/powerpoint/2010/main" val="1978402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15</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40</a:t>
            </a:fld>
            <a:endParaRPr lang="en-GB" dirty="0"/>
          </a:p>
        </p:txBody>
      </p:sp>
      <p:graphicFrame>
        <p:nvGraphicFramePr>
          <p:cNvPr id="9" name="Diagram 8"/>
          <p:cNvGraphicFramePr/>
          <p:nvPr>
            <p:extLst>
              <p:ext uri="{D42A27DB-BD31-4B8C-83A1-F6EECF244321}">
                <p14:modId xmlns:p14="http://schemas.microsoft.com/office/powerpoint/2010/main" val="1927854918"/>
              </p:ext>
            </p:extLst>
          </p:nvPr>
        </p:nvGraphicFramePr>
        <p:xfrm>
          <a:off x="3912253" y="1878021"/>
          <a:ext cx="7355823" cy="39336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833563"/>
            <a:ext cx="3533775" cy="3978088"/>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Which information should the DPO and the delegated controller share with the LCO? </a:t>
            </a:r>
          </a:p>
        </p:txBody>
      </p:sp>
      <p:sp>
        <p:nvSpPr>
          <p:cNvPr id="6" name="Wave 5"/>
          <p:cNvSpPr/>
          <p:nvPr/>
        </p:nvSpPr>
        <p:spPr>
          <a:xfrm>
            <a:off x="7148514" y="954783"/>
            <a:ext cx="2400300" cy="60483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Multiple Answers</a:t>
            </a:r>
            <a:endParaRPr lang="en-GB" dirty="0"/>
          </a:p>
        </p:txBody>
      </p:sp>
    </p:spTree>
    <p:extLst>
      <p:ext uri="{BB962C8B-B14F-4D97-AF65-F5344CB8AC3E}">
        <p14:creationId xmlns:p14="http://schemas.microsoft.com/office/powerpoint/2010/main" val="42697923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Question 16</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41</a:t>
            </a:fld>
            <a:endParaRPr lang="en-GB" dirty="0"/>
          </a:p>
        </p:txBody>
      </p:sp>
      <p:graphicFrame>
        <p:nvGraphicFramePr>
          <p:cNvPr id="9" name="Diagram 8"/>
          <p:cNvGraphicFramePr/>
          <p:nvPr>
            <p:extLst>
              <p:ext uri="{D42A27DB-BD31-4B8C-83A1-F6EECF244321}">
                <p14:modId xmlns:p14="http://schemas.microsoft.com/office/powerpoint/2010/main" val="1560136076"/>
              </p:ext>
            </p:extLst>
          </p:nvPr>
        </p:nvGraphicFramePr>
        <p:xfrm>
          <a:off x="3912253" y="1304925"/>
          <a:ext cx="7355823" cy="484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ounded Rectangle 11"/>
          <p:cNvSpPr/>
          <p:nvPr/>
        </p:nvSpPr>
        <p:spPr>
          <a:xfrm>
            <a:off x="257175" y="1304924"/>
            <a:ext cx="3533775" cy="484346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mj-lt"/>
              </a:rPr>
              <a:t>Which are the initial -  immediate actions to contain the incident and mitigate, if possible, the risks to the data subjects? </a:t>
            </a:r>
          </a:p>
        </p:txBody>
      </p:sp>
      <p:sp>
        <p:nvSpPr>
          <p:cNvPr id="2" name="Wave 1"/>
          <p:cNvSpPr/>
          <p:nvPr/>
        </p:nvSpPr>
        <p:spPr>
          <a:xfrm>
            <a:off x="7024689" y="559495"/>
            <a:ext cx="2400300" cy="60483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Multiple Answers</a:t>
            </a:r>
            <a:endParaRPr lang="en-GB" dirty="0"/>
          </a:p>
        </p:txBody>
      </p:sp>
    </p:spTree>
    <p:extLst>
      <p:ext uri="{BB962C8B-B14F-4D97-AF65-F5344CB8AC3E}">
        <p14:creationId xmlns:p14="http://schemas.microsoft.com/office/powerpoint/2010/main" val="27171639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31AA85-691D-466F-8F38-20C9C80A4796}" type="slidenum">
              <a:rPr lang="en-GB" smtClean="0"/>
              <a:pPr/>
              <a:t>42</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945" y="2114248"/>
            <a:ext cx="2650492" cy="2650492"/>
          </a:xfrm>
          <a:prstGeom prst="rect">
            <a:avLst/>
          </a:prstGeom>
        </p:spPr>
      </p:pic>
      <p:sp>
        <p:nvSpPr>
          <p:cNvPr id="19" name="Flowchart: Connector 18"/>
          <p:cNvSpPr/>
          <p:nvPr/>
        </p:nvSpPr>
        <p:spPr>
          <a:xfrm>
            <a:off x="8305802" y="3384177"/>
            <a:ext cx="1219200" cy="1219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p:cNvSpPr/>
          <p:nvPr/>
        </p:nvSpPr>
        <p:spPr>
          <a:xfrm>
            <a:off x="1683954" y="1682131"/>
            <a:ext cx="4138613" cy="351472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smtClean="0">
                <a:latin typeface="+mj-lt"/>
              </a:rPr>
              <a:t>Open Discussion</a:t>
            </a:r>
            <a:endParaRPr lang="en-GB" sz="3600" b="1" dirty="0">
              <a:latin typeface="+mj-lt"/>
            </a:endParaRPr>
          </a:p>
        </p:txBody>
      </p:sp>
      <p:sp>
        <p:nvSpPr>
          <p:cNvPr id="9" name="TextBox 8"/>
          <p:cNvSpPr txBox="1"/>
          <p:nvPr/>
        </p:nvSpPr>
        <p:spPr>
          <a:xfrm>
            <a:off x="8515345" y="3657606"/>
            <a:ext cx="852488" cy="707886"/>
          </a:xfrm>
          <a:prstGeom prst="rect">
            <a:avLst/>
          </a:prstGeom>
          <a:noFill/>
        </p:spPr>
        <p:txBody>
          <a:bodyPr wrap="square" rtlCol="0">
            <a:spAutoFit/>
          </a:bodyPr>
          <a:lstStyle/>
          <a:p>
            <a:r>
              <a:rPr lang="en-GB" sz="4000" b="1" dirty="0"/>
              <a:t>1</a:t>
            </a:r>
            <a:r>
              <a:rPr lang="en-GB" sz="4000" b="1" dirty="0" smtClean="0"/>
              <a:t>0’</a:t>
            </a:r>
            <a:endParaRPr lang="en-GB" sz="4000" b="1" dirty="0"/>
          </a:p>
        </p:txBody>
      </p:sp>
    </p:spTree>
    <p:extLst>
      <p:ext uri="{BB962C8B-B14F-4D97-AF65-F5344CB8AC3E}">
        <p14:creationId xmlns:p14="http://schemas.microsoft.com/office/powerpoint/2010/main" val="30434213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31AA85-691D-466F-8F38-20C9C80A4796}" type="slidenum">
              <a:rPr lang="en-GB" smtClean="0"/>
              <a:pPr/>
              <a:t>43</a:t>
            </a:fld>
            <a:endParaRPr lang="en-GB" dirty="0"/>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sp>
        <p:nvSpPr>
          <p:cNvPr id="22" name="Rounded Rectangle 21"/>
          <p:cNvSpPr/>
          <p:nvPr/>
        </p:nvSpPr>
        <p:spPr>
          <a:xfrm>
            <a:off x="1683954" y="1682132"/>
            <a:ext cx="8303009" cy="348994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smtClean="0">
                <a:latin typeface="+mj-lt"/>
              </a:rPr>
              <a:t>Lunch</a:t>
            </a:r>
            <a:endParaRPr lang="en-GB" sz="3600" b="1" dirty="0">
              <a:latin typeface="+mj-lt"/>
            </a:endParaRPr>
          </a:p>
        </p:txBody>
      </p:sp>
    </p:spTree>
    <p:extLst>
      <p:ext uri="{BB962C8B-B14F-4D97-AF65-F5344CB8AC3E}">
        <p14:creationId xmlns:p14="http://schemas.microsoft.com/office/powerpoint/2010/main" val="33815358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1752600" y="2649070"/>
            <a:ext cx="5602941" cy="2926977"/>
          </a:xfrm>
        </p:spPr>
        <p:txBody>
          <a:bodyPr/>
          <a:lstStyle/>
          <a:p>
            <a:pPr algn="ctr"/>
            <a:endParaRPr lang="en-GB" sz="4000" dirty="0" smtClean="0"/>
          </a:p>
          <a:p>
            <a:pPr algn="ctr"/>
            <a:r>
              <a:rPr lang="en-GB" sz="4000" dirty="0" smtClean="0"/>
              <a:t>Debrief</a:t>
            </a:r>
          </a:p>
          <a:p>
            <a:pPr algn="ctr"/>
            <a:endParaRPr lang="en-GB" sz="4000" dirty="0" smtClean="0"/>
          </a:p>
          <a:p>
            <a:pPr algn="ctr"/>
            <a:r>
              <a:rPr lang="en-GB" dirty="0" smtClean="0"/>
              <a:t>Lessons learned</a:t>
            </a:r>
            <a:endParaRPr lang="en-GB" sz="4000" dirty="0"/>
          </a:p>
        </p:txBody>
      </p:sp>
      <p:sp>
        <p:nvSpPr>
          <p:cNvPr id="3" name="Slide Number Placeholder 2"/>
          <p:cNvSpPr>
            <a:spLocks noGrp="1"/>
          </p:cNvSpPr>
          <p:nvPr>
            <p:ph type="sldNum" sz="quarter" idx="17"/>
          </p:nvPr>
        </p:nvSpPr>
        <p:spPr/>
        <p:txBody>
          <a:bodyPr/>
          <a:lstStyle/>
          <a:p>
            <a:fld id="{F631AA85-691D-466F-8F38-20C9C80A4796}" type="slidenum">
              <a:rPr lang="en-GB" smtClean="0"/>
              <a:pPr/>
              <a:t>44</a:t>
            </a:fld>
            <a:endParaRPr lang="en-GB" dirty="0"/>
          </a:p>
        </p:txBody>
      </p:sp>
    </p:spTree>
    <p:extLst>
      <p:ext uri="{BB962C8B-B14F-4D97-AF65-F5344CB8AC3E}">
        <p14:creationId xmlns:p14="http://schemas.microsoft.com/office/powerpoint/2010/main" val="9990877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Open Discussion</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45</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6583737"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r>
              <a:rPr lang="en-GB" sz="2200" dirty="0"/>
              <a:t>What was your experience from Patricia?</a:t>
            </a:r>
          </a:p>
          <a:p>
            <a:pPr>
              <a:lnSpc>
                <a:spcPct val="110000"/>
              </a:lnSpc>
              <a:buClr>
                <a:srgbClr val="0C4DA2"/>
              </a:buClr>
            </a:pPr>
            <a:r>
              <a:rPr lang="en-GB" sz="2200" dirty="0"/>
              <a:t>What did you like?</a:t>
            </a:r>
          </a:p>
          <a:p>
            <a:pPr>
              <a:lnSpc>
                <a:spcPct val="110000"/>
              </a:lnSpc>
              <a:buClr>
                <a:srgbClr val="0C4DA2"/>
              </a:buClr>
            </a:pPr>
            <a:r>
              <a:rPr lang="en-GB" sz="2200" dirty="0"/>
              <a:t>What you did not like?</a:t>
            </a:r>
          </a:p>
          <a:p>
            <a:pPr>
              <a:lnSpc>
                <a:spcPct val="110000"/>
              </a:lnSpc>
              <a:buClr>
                <a:srgbClr val="0C4DA2"/>
              </a:buClr>
            </a:pPr>
            <a:r>
              <a:rPr lang="en-GB" sz="2200" dirty="0"/>
              <a:t>Which findings will you apply in real life scenarios?</a:t>
            </a:r>
          </a:p>
          <a:p>
            <a:pPr>
              <a:lnSpc>
                <a:spcPct val="110000"/>
              </a:lnSpc>
              <a:buClr>
                <a:srgbClr val="0C4DA2"/>
              </a:buClr>
            </a:pPr>
            <a:endParaRPr lang="en-GB" sz="2200" dirty="0"/>
          </a:p>
          <a:p>
            <a:pPr>
              <a:lnSpc>
                <a:spcPct val="110000"/>
              </a:lnSpc>
              <a:buClr>
                <a:srgbClr val="0C4DA2"/>
              </a:buClr>
            </a:pPr>
            <a:r>
              <a:rPr lang="en-GB" sz="2200" dirty="0"/>
              <a:t>Were the goals and objectives met?</a:t>
            </a:r>
          </a:p>
          <a:p>
            <a:pPr>
              <a:lnSpc>
                <a:spcPct val="110000"/>
              </a:lnSpc>
              <a:buClr>
                <a:srgbClr val="0C4DA2"/>
              </a:buClr>
            </a:pPr>
            <a:r>
              <a:rPr lang="en-GB" sz="2200" dirty="0"/>
              <a:t>What could be added in future editions? </a:t>
            </a:r>
          </a:p>
          <a:p>
            <a:pPr>
              <a:lnSpc>
                <a:spcPct val="110000"/>
              </a:lnSpc>
              <a:buClr>
                <a:srgbClr val="0C4DA2"/>
              </a:buClr>
            </a:pPr>
            <a:endParaRPr lang="en-GB" sz="2200" dirty="0"/>
          </a:p>
          <a:p>
            <a:pPr marL="0" indent="0">
              <a:buNone/>
            </a:pPr>
            <a:endParaRPr lang="en-US" dirty="0"/>
          </a:p>
        </p:txBody>
      </p:sp>
      <p:sp>
        <p:nvSpPr>
          <p:cNvPr id="10" name="Rectangle: Rounded Corners 31">
            <a:extLst>
              <a:ext uri="{FF2B5EF4-FFF2-40B4-BE49-F238E27FC236}">
                <a16:creationId xmlns:a16="http://schemas.microsoft.com/office/drawing/2014/main" id="{CC486D9D-F1F5-473E-A982-C73BF4C6720F}"/>
              </a:ext>
            </a:extLst>
          </p:cNvPr>
          <p:cNvSpPr/>
          <p:nvPr/>
        </p:nvSpPr>
        <p:spPr>
          <a:xfrm>
            <a:off x="8738071" y="997229"/>
            <a:ext cx="2254902" cy="1129700"/>
          </a:xfrm>
          <a:prstGeom prst="roundRect">
            <a:avLst>
              <a:gd name="adj" fmla="val 35479"/>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7675"/>
            <a:endParaRPr lang="en-US" dirty="0">
              <a:solidFill>
                <a:schemeClr val="tx1"/>
              </a:solidFill>
            </a:endParaRPr>
          </a:p>
        </p:txBody>
      </p:sp>
      <p:sp>
        <p:nvSpPr>
          <p:cNvPr id="11" name="TextBox 10"/>
          <p:cNvSpPr txBox="1"/>
          <p:nvPr/>
        </p:nvSpPr>
        <p:spPr>
          <a:xfrm>
            <a:off x="8518388" y="1125428"/>
            <a:ext cx="2290482" cy="646331"/>
          </a:xfrm>
          <a:prstGeom prst="rect">
            <a:avLst/>
          </a:prstGeom>
          <a:noFill/>
        </p:spPr>
        <p:txBody>
          <a:bodyPr wrap="square" rtlCol="0">
            <a:spAutoFit/>
          </a:bodyPr>
          <a:lstStyle/>
          <a:p>
            <a:pPr marL="447675" algn="ctr"/>
            <a:r>
              <a:rPr lang="en-US" b="1" dirty="0"/>
              <a:t>Allocation of responsibilities</a:t>
            </a:r>
          </a:p>
        </p:txBody>
      </p:sp>
      <p:sp>
        <p:nvSpPr>
          <p:cNvPr id="12" name="Rectangle: Rounded Corners 31">
            <a:extLst>
              <a:ext uri="{FF2B5EF4-FFF2-40B4-BE49-F238E27FC236}">
                <a16:creationId xmlns:a16="http://schemas.microsoft.com/office/drawing/2014/main" id="{CC486D9D-F1F5-473E-A982-C73BF4C6720F}"/>
              </a:ext>
            </a:extLst>
          </p:cNvPr>
          <p:cNvSpPr/>
          <p:nvPr/>
        </p:nvSpPr>
        <p:spPr>
          <a:xfrm>
            <a:off x="8717616" y="2251523"/>
            <a:ext cx="2254902" cy="1129700"/>
          </a:xfrm>
          <a:prstGeom prst="roundRect">
            <a:avLst>
              <a:gd name="adj" fmla="val 35479"/>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7675"/>
            <a:endParaRPr lang="en-US" dirty="0">
              <a:solidFill>
                <a:schemeClr val="tx1"/>
              </a:solidFill>
            </a:endParaRPr>
          </a:p>
        </p:txBody>
      </p:sp>
      <p:sp>
        <p:nvSpPr>
          <p:cNvPr id="13" name="TextBox 12"/>
          <p:cNvSpPr txBox="1"/>
          <p:nvPr/>
        </p:nvSpPr>
        <p:spPr>
          <a:xfrm>
            <a:off x="8294411" y="2461203"/>
            <a:ext cx="2738436" cy="646331"/>
          </a:xfrm>
          <a:prstGeom prst="rect">
            <a:avLst/>
          </a:prstGeom>
          <a:noFill/>
        </p:spPr>
        <p:txBody>
          <a:bodyPr wrap="square" rtlCol="0">
            <a:spAutoFit/>
          </a:bodyPr>
          <a:lstStyle/>
          <a:p>
            <a:pPr marL="447675" algn="ctr"/>
            <a:r>
              <a:rPr lang="en-US" b="1" dirty="0"/>
              <a:t>Internal Communication</a:t>
            </a:r>
          </a:p>
        </p:txBody>
      </p:sp>
      <p:sp>
        <p:nvSpPr>
          <p:cNvPr id="14" name="Rectangle: Rounded Corners 31">
            <a:extLst>
              <a:ext uri="{FF2B5EF4-FFF2-40B4-BE49-F238E27FC236}">
                <a16:creationId xmlns:a16="http://schemas.microsoft.com/office/drawing/2014/main" id="{CC486D9D-F1F5-473E-A982-C73BF4C6720F}"/>
              </a:ext>
            </a:extLst>
          </p:cNvPr>
          <p:cNvSpPr/>
          <p:nvPr/>
        </p:nvSpPr>
        <p:spPr>
          <a:xfrm>
            <a:off x="8717616" y="3505817"/>
            <a:ext cx="2254902" cy="1129700"/>
          </a:xfrm>
          <a:prstGeom prst="roundRect">
            <a:avLst>
              <a:gd name="adj" fmla="val 35479"/>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7675"/>
            <a:endParaRPr lang="en-US" dirty="0">
              <a:solidFill>
                <a:schemeClr val="tx1"/>
              </a:solidFill>
            </a:endParaRPr>
          </a:p>
        </p:txBody>
      </p:sp>
      <p:sp>
        <p:nvSpPr>
          <p:cNvPr id="15" name="TextBox 14"/>
          <p:cNvSpPr txBox="1"/>
          <p:nvPr/>
        </p:nvSpPr>
        <p:spPr>
          <a:xfrm>
            <a:off x="8518388" y="3652803"/>
            <a:ext cx="2290482" cy="923330"/>
          </a:xfrm>
          <a:prstGeom prst="rect">
            <a:avLst/>
          </a:prstGeom>
          <a:noFill/>
        </p:spPr>
        <p:txBody>
          <a:bodyPr wrap="square" rtlCol="0">
            <a:spAutoFit/>
          </a:bodyPr>
          <a:lstStyle/>
          <a:p>
            <a:pPr marL="447675" algn="ctr"/>
            <a:r>
              <a:rPr lang="en-GB" b="1" dirty="0"/>
              <a:t>Assessing risks to data subjects’ rights</a:t>
            </a:r>
          </a:p>
        </p:txBody>
      </p:sp>
      <p:sp>
        <p:nvSpPr>
          <p:cNvPr id="16" name="Rectangle: Rounded Corners 31">
            <a:extLst>
              <a:ext uri="{FF2B5EF4-FFF2-40B4-BE49-F238E27FC236}">
                <a16:creationId xmlns:a16="http://schemas.microsoft.com/office/drawing/2014/main" id="{CC486D9D-F1F5-473E-A982-C73BF4C6720F}"/>
              </a:ext>
            </a:extLst>
          </p:cNvPr>
          <p:cNvSpPr/>
          <p:nvPr/>
        </p:nvSpPr>
        <p:spPr>
          <a:xfrm>
            <a:off x="8717616" y="4776733"/>
            <a:ext cx="2254902" cy="1129700"/>
          </a:xfrm>
          <a:prstGeom prst="roundRect">
            <a:avLst>
              <a:gd name="adj" fmla="val 35479"/>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7675"/>
            <a:endParaRPr lang="en-US" dirty="0">
              <a:solidFill>
                <a:schemeClr val="tx1"/>
              </a:solidFill>
            </a:endParaRPr>
          </a:p>
        </p:txBody>
      </p:sp>
      <p:sp>
        <p:nvSpPr>
          <p:cNvPr id="17" name="TextBox 16"/>
          <p:cNvSpPr txBox="1"/>
          <p:nvPr/>
        </p:nvSpPr>
        <p:spPr>
          <a:xfrm>
            <a:off x="8518388" y="5036718"/>
            <a:ext cx="2290482" cy="646331"/>
          </a:xfrm>
          <a:prstGeom prst="rect">
            <a:avLst/>
          </a:prstGeom>
          <a:noFill/>
        </p:spPr>
        <p:txBody>
          <a:bodyPr wrap="square" rtlCol="0">
            <a:spAutoFit/>
          </a:bodyPr>
          <a:lstStyle/>
          <a:p>
            <a:pPr marL="447675" algn="ctr"/>
            <a:r>
              <a:rPr lang="en-US" b="1" dirty="0"/>
              <a:t>Internal processes</a:t>
            </a:r>
          </a:p>
        </p:txBody>
      </p:sp>
    </p:spTree>
    <p:extLst>
      <p:ext uri="{BB962C8B-B14F-4D97-AF65-F5344CB8AC3E}">
        <p14:creationId xmlns:p14="http://schemas.microsoft.com/office/powerpoint/2010/main" val="12133866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31AA85-691D-466F-8F38-20C9C80A4796}" type="slidenum">
              <a:rPr lang="en-GB" smtClean="0"/>
              <a:pPr/>
              <a:t>46</a:t>
            </a:fld>
            <a:endParaRPr lang="en-GB" dirty="0"/>
          </a:p>
        </p:txBody>
      </p:sp>
      <p:sp>
        <p:nvSpPr>
          <p:cNvPr id="5"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10515600" cy="41713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2" name="Picture 11"/>
          <p:cNvPicPr>
            <a:picLocks noChangeAspect="1"/>
          </p:cNvPicPr>
          <p:nvPr/>
        </p:nvPicPr>
        <p:blipFill>
          <a:blip r:embed="rId2"/>
          <a:stretch>
            <a:fillRect/>
          </a:stretch>
        </p:blipFill>
        <p:spPr>
          <a:xfrm>
            <a:off x="3859528" y="4329205"/>
            <a:ext cx="1396105" cy="1182727"/>
          </a:xfrm>
          <a:prstGeom prst="rect">
            <a:avLst/>
          </a:prstGeom>
        </p:spPr>
      </p:pic>
      <p:sp>
        <p:nvSpPr>
          <p:cNvPr id="22" name="Rounded Rectangle 21"/>
          <p:cNvSpPr/>
          <p:nvPr/>
        </p:nvSpPr>
        <p:spPr>
          <a:xfrm>
            <a:off x="2817429" y="1505918"/>
            <a:ext cx="5140709" cy="3742357"/>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smtClean="0">
                <a:latin typeface="+mj-lt"/>
              </a:rPr>
              <a:t>Anonymous survey</a:t>
            </a:r>
            <a:endParaRPr lang="en-GB" sz="3600" b="1" dirty="0">
              <a:latin typeface="+mj-lt"/>
            </a:endParaRPr>
          </a:p>
        </p:txBody>
      </p:sp>
      <p:sp>
        <p:nvSpPr>
          <p:cNvPr id="2" name="AutoShape 2" descr="https://lens.usercontent.google.com/image?vsrid=COWU9dvd-IP8UBACGAEiJGJiZWE2YTM4LWU1MDYtNGZlNC1hMmM2LWM0ZTg2MjliYjRlYw&amp;gsessionid=qKObup6hcMDM57Zx1Nt60B3h-lSQ1F98x8sGEx7svgXPSIPAV2mLN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52506845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0C4DA2"/>
                </a:solidFill>
              </a:rPr>
              <a:t>Next steps</a:t>
            </a:r>
            <a:endParaRPr lang="en-GB" dirty="0"/>
          </a:p>
        </p:txBody>
      </p:sp>
      <p:sp>
        <p:nvSpPr>
          <p:cNvPr id="4" name="Slide Number Placeholder 3"/>
          <p:cNvSpPr>
            <a:spLocks noGrp="1"/>
          </p:cNvSpPr>
          <p:nvPr>
            <p:ph type="sldNum" sz="quarter" idx="12"/>
          </p:nvPr>
        </p:nvSpPr>
        <p:spPr/>
        <p:txBody>
          <a:bodyPr/>
          <a:lstStyle/>
          <a:p>
            <a:fld id="{F631AA85-691D-466F-8F38-20C9C80A4796}" type="slidenum">
              <a:rPr lang="en-GB" smtClean="0"/>
              <a:pPr/>
              <a:t>47</a:t>
            </a:fld>
            <a:endParaRPr lang="en-GB" dirty="0"/>
          </a:p>
        </p:txBody>
      </p:sp>
      <p:sp>
        <p:nvSpPr>
          <p:cNvPr id="19" name="Content Placeholder 2">
            <a:extLst>
              <a:ext uri="{FF2B5EF4-FFF2-40B4-BE49-F238E27FC236}">
                <a16:creationId xmlns:a16="http://schemas.microsoft.com/office/drawing/2014/main" id="{74C25F25-37AC-4821-AB46-0C4022418281}"/>
              </a:ext>
            </a:extLst>
          </p:cNvPr>
          <p:cNvSpPr txBox="1">
            <a:spLocks/>
          </p:cNvSpPr>
          <p:nvPr/>
        </p:nvSpPr>
        <p:spPr>
          <a:xfrm>
            <a:off x="488576" y="1965029"/>
            <a:ext cx="6583737" cy="357852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C4DA2"/>
              </a:buClr>
            </a:pPr>
            <a:r>
              <a:rPr lang="en-GB" sz="2200" dirty="0"/>
              <a:t>After action report in </a:t>
            </a:r>
            <a:r>
              <a:rPr lang="en-GB" sz="2200" dirty="0" smtClean="0"/>
              <a:t>Q4 </a:t>
            </a:r>
            <a:r>
              <a:rPr lang="en-GB" sz="2200" dirty="0"/>
              <a:t>2025</a:t>
            </a:r>
          </a:p>
          <a:p>
            <a:pPr>
              <a:lnSpc>
                <a:spcPct val="110000"/>
              </a:lnSpc>
              <a:buClr>
                <a:srgbClr val="0C4DA2"/>
              </a:buClr>
            </a:pPr>
            <a:r>
              <a:rPr lang="en-GB" sz="2200" dirty="0"/>
              <a:t>Shared with participants</a:t>
            </a:r>
          </a:p>
          <a:p>
            <a:pPr>
              <a:lnSpc>
                <a:spcPct val="110000"/>
              </a:lnSpc>
              <a:buClr>
                <a:srgbClr val="0C4DA2"/>
              </a:buClr>
            </a:pPr>
            <a:endParaRPr lang="en-GB" sz="2200" dirty="0"/>
          </a:p>
          <a:p>
            <a:pPr>
              <a:lnSpc>
                <a:spcPct val="110000"/>
              </a:lnSpc>
              <a:buClr>
                <a:srgbClr val="0C4DA2"/>
              </a:buClr>
            </a:pPr>
            <a:endParaRPr lang="en-GB" sz="2200" dirty="0"/>
          </a:p>
          <a:p>
            <a:pPr>
              <a:lnSpc>
                <a:spcPct val="110000"/>
              </a:lnSpc>
              <a:buClr>
                <a:srgbClr val="0C4DA2"/>
              </a:buClr>
            </a:pPr>
            <a:r>
              <a:rPr lang="en-GB" sz="2200" dirty="0"/>
              <a:t>For any comment, feedback or recommendation, please contact </a:t>
            </a:r>
            <a:r>
              <a:rPr lang="en-GB" sz="2200" dirty="0" smtClean="0">
                <a:hlinkClick r:id="rId2"/>
              </a:rPr>
              <a:t>konstantina.vemou@edps.europa.eu</a:t>
            </a:r>
            <a:r>
              <a:rPr lang="en-GB" sz="2200" dirty="0" smtClean="0"/>
              <a:t>  </a:t>
            </a:r>
            <a:endParaRPr lang="en-GB" sz="2200" dirty="0"/>
          </a:p>
          <a:p>
            <a:pPr marL="0" indent="0">
              <a:buNone/>
            </a:pPr>
            <a:endParaRPr lang="en-US" dirty="0"/>
          </a:p>
        </p:txBody>
      </p:sp>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72313" y="1338949"/>
            <a:ext cx="4109351" cy="4109351"/>
          </a:xfrm>
          <a:prstGeom prst="rect">
            <a:avLst/>
          </a:prstGeom>
        </p:spPr>
      </p:pic>
    </p:spTree>
    <p:extLst>
      <p:ext uri="{BB962C8B-B14F-4D97-AF65-F5344CB8AC3E}">
        <p14:creationId xmlns:p14="http://schemas.microsoft.com/office/powerpoint/2010/main" val="222392858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150" y="-33338"/>
            <a:ext cx="12306300" cy="6924675"/>
          </a:xfrm>
          <a:prstGeom prst="rect">
            <a:avLst/>
          </a:prstGeom>
        </p:spPr>
      </p:pic>
    </p:spTree>
    <p:extLst>
      <p:ext uri="{BB962C8B-B14F-4D97-AF65-F5344CB8AC3E}">
        <p14:creationId xmlns:p14="http://schemas.microsoft.com/office/powerpoint/2010/main" val="188752186"/>
      </p:ext>
    </p:extLst>
  </p:cSld>
  <p:clrMapOvr>
    <a:masterClrMapping/>
  </p:clrMapOvr>
  <p:timing>
    <p:tnLst>
      <p:par>
        <p:cTn id="1" dur="indefinite" restart="never" nodeType="tmRoot"/>
      </p:par>
    </p:tnLst>
  </p:timing>
</p:sld>
</file>

<file path=ppt/theme/theme1.xml><?xml version="1.0" encoding="utf-8"?>
<a:theme xmlns:a="http://schemas.openxmlformats.org/drawingml/2006/main" name="EDPS_Theme_Corporate">
  <a:themeElements>
    <a:clrScheme name="Custom 2">
      <a:dk1>
        <a:sysClr val="windowText" lastClr="000000"/>
      </a:dk1>
      <a:lt1>
        <a:sysClr val="window" lastClr="FFFFFF"/>
      </a:lt1>
      <a:dk2>
        <a:srgbClr val="354152"/>
      </a:dk2>
      <a:lt2>
        <a:srgbClr val="E7E6E6"/>
      </a:lt2>
      <a:accent1>
        <a:srgbClr val="234B98"/>
      </a:accent1>
      <a:accent2>
        <a:srgbClr val="F1C065"/>
      </a:accent2>
      <a:accent3>
        <a:srgbClr val="E9E3DA"/>
      </a:accent3>
      <a:accent4>
        <a:srgbClr val="4F5357"/>
      </a:accent4>
      <a:accent5>
        <a:srgbClr val="E1876F"/>
      </a:accent5>
      <a:accent6>
        <a:srgbClr val="7E939C"/>
      </a:accent6>
      <a:hlink>
        <a:srgbClr val="0563C1"/>
      </a:hlink>
      <a:folHlink>
        <a:srgbClr val="954F72"/>
      </a:folHlink>
    </a:clrScheme>
    <a:fontScheme name="EDPS">
      <a:majorFont>
        <a:latin typeface="Verdana"/>
        <a:ea typeface=""/>
        <a:cs typeface=""/>
      </a:majorFont>
      <a:minorFont>
        <a:latin typeface="Libertinus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PS_Powerpoint_Corporate-final.potx" id="{D1BD26BC-9049-4180-A2CF-BB0CE9816502}" vid="{4A95F03E-AB37-4C94-896D-3D1BAB635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EDPS_Powerpoint_Corporate-final</Template>
  <TotalTime>571</TotalTime>
  <Words>1847</Words>
  <Application>Microsoft Office PowerPoint</Application>
  <PresentationFormat>Widescreen</PresentationFormat>
  <Paragraphs>395</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Batang</vt:lpstr>
      <vt:lpstr>Calibri</vt:lpstr>
      <vt:lpstr>Libertinus Sans</vt:lpstr>
      <vt:lpstr>Times New Roman</vt:lpstr>
      <vt:lpstr>Verdana</vt:lpstr>
      <vt:lpstr>EDPS_Theme_Corporate</vt:lpstr>
      <vt:lpstr>PowerPoint Presentation</vt:lpstr>
      <vt:lpstr>Exercise Instructions</vt:lpstr>
      <vt:lpstr>Agenda</vt:lpstr>
      <vt:lpstr>PowerPoint Presentation</vt:lpstr>
      <vt:lpstr>PATRICIA - Objectives</vt:lpstr>
      <vt:lpstr>How are we going to play?</vt:lpstr>
      <vt:lpstr>How to make the most out of PATRICIA?</vt:lpstr>
      <vt:lpstr>PowerPoint Presentation</vt:lpstr>
      <vt:lpstr>Scenario presentation</vt:lpstr>
      <vt:lpstr>Network diagram</vt:lpstr>
      <vt:lpstr>PowerPoint Presentation</vt:lpstr>
      <vt:lpstr>Incident 1</vt:lpstr>
      <vt:lpstr>PowerPoint Presentation</vt:lpstr>
      <vt:lpstr>Incident 1</vt:lpstr>
      <vt:lpstr>Question 1</vt:lpstr>
      <vt:lpstr>Question 2</vt:lpstr>
      <vt:lpstr>Question 3</vt:lpstr>
      <vt:lpstr>PowerPoint Presentation</vt:lpstr>
      <vt:lpstr>PowerPoint Presentation</vt:lpstr>
      <vt:lpstr>PowerPoint Presentation</vt:lpstr>
      <vt:lpstr>Incident 2</vt:lpstr>
      <vt:lpstr>PowerPoint Presentation</vt:lpstr>
      <vt:lpstr>Incident 2</vt:lpstr>
      <vt:lpstr>Question 4</vt:lpstr>
      <vt:lpstr>Question 5</vt:lpstr>
      <vt:lpstr>Question 6</vt:lpstr>
      <vt:lpstr>Question 7</vt:lpstr>
      <vt:lpstr>Question 8</vt:lpstr>
      <vt:lpstr>Question 9</vt:lpstr>
      <vt:lpstr>Question 10</vt:lpstr>
      <vt:lpstr>Question 11</vt:lpstr>
      <vt:lpstr>PowerPoint Presentation</vt:lpstr>
      <vt:lpstr>PowerPoint Presentation</vt:lpstr>
      <vt:lpstr>Incident 3</vt:lpstr>
      <vt:lpstr>PowerPoint Presentation</vt:lpstr>
      <vt:lpstr>Incident 3</vt:lpstr>
      <vt:lpstr>Question 12</vt:lpstr>
      <vt:lpstr>Question 13</vt:lpstr>
      <vt:lpstr>Question 14</vt:lpstr>
      <vt:lpstr>Question 15</vt:lpstr>
      <vt:lpstr>Question 16</vt:lpstr>
      <vt:lpstr>PowerPoint Presentation</vt:lpstr>
      <vt:lpstr>PowerPoint Presentation</vt:lpstr>
      <vt:lpstr>PowerPoint Presentation</vt:lpstr>
      <vt:lpstr>Open Discussion</vt:lpstr>
      <vt:lpstr>PowerPoint Presentation</vt:lpstr>
      <vt:lpstr>Next steps</vt:lpstr>
      <vt:lpstr>PowerPoint Presentation</vt:lpstr>
    </vt:vector>
  </TitlesOfParts>
  <Company>European Parliament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it</dc:title>
  <dc:creator>ALBINATI Francesco</dc:creator>
  <cp:lastModifiedBy>GONZALEZ FRAILE Jose Maria</cp:lastModifiedBy>
  <cp:revision>72</cp:revision>
  <dcterms:created xsi:type="dcterms:W3CDTF">2023-01-31T14:57:56Z</dcterms:created>
  <dcterms:modified xsi:type="dcterms:W3CDTF">2025-06-01T18:27:23Z</dcterms:modified>
</cp:coreProperties>
</file>